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962" r:id="rId1"/>
  </p:sldMasterIdLst>
  <p:notesMasterIdLst>
    <p:notesMasterId r:id="rId8"/>
  </p:notesMasterIdLst>
  <p:handoutMasterIdLst>
    <p:handoutMasterId r:id="rId9"/>
  </p:handoutMasterIdLst>
  <p:sldIdLst>
    <p:sldId id="620" r:id="rId2"/>
    <p:sldId id="482" r:id="rId3"/>
    <p:sldId id="421" r:id="rId4"/>
    <p:sldId id="425" r:id="rId5"/>
    <p:sldId id="426" r:id="rId6"/>
    <p:sldId id="439" r:id="rId7"/>
  </p:sldIdLst>
  <p:sldSz cx="24387175" cy="13716000"/>
  <p:notesSz cx="6858000" cy="9144000"/>
  <p:defaultTextStyle>
    <a:defPPr>
      <a:defRPr lang="en-US"/>
    </a:defPPr>
    <a:lvl1pPr marL="0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68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937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406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875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344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813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282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751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 Options" id="{161364A9-2106-084F-BFD9-DE7ABBB6242C}">
          <p14:sldIdLst>
            <p14:sldId id="620"/>
          </p14:sldIdLst>
        </p14:section>
        <p14:section name="Template slides" id="{4700659D-582D-3B47-8AF6-59C9324AA29A}">
          <p14:sldIdLst>
            <p14:sldId id="482"/>
            <p14:sldId id="421"/>
            <p14:sldId id="425"/>
            <p14:sldId id="426"/>
            <p14:sldId id="439"/>
          </p14:sldIdLst>
        </p14:section>
        <p14:section name="Selected Pictograms" id="{A71DFE44-60A9-FA4A-8A00-EEDEE7195C5C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achary Anderson" initials="ZA" lastIdx="26" clrIdx="0">
    <p:extLst>
      <p:ext uri="{19B8F6BF-5375-455C-9EA6-DF929625EA0E}">
        <p15:presenceInfo xmlns:p15="http://schemas.microsoft.com/office/powerpoint/2012/main" userId="S::zanderson@vsapartners.com::b6da4b55-2f36-4779-ba8b-606d779a32e3" providerId="AD"/>
      </p:ext>
    </p:extLst>
  </p:cmAuthor>
  <p:cmAuthor id="2" name="Liz Sadler" initials="LS" lastIdx="36" clrIdx="1">
    <p:extLst>
      <p:ext uri="{19B8F6BF-5375-455C-9EA6-DF929625EA0E}">
        <p15:presenceInfo xmlns:p15="http://schemas.microsoft.com/office/powerpoint/2012/main" userId="Liz Sa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E95FF"/>
    <a:srgbClr val="FF7EB6"/>
    <a:srgbClr val="697077"/>
    <a:srgbClr val="21272A"/>
    <a:srgbClr val="12161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28"/>
    <p:restoredTop sz="96327"/>
  </p:normalViewPr>
  <p:slideViewPr>
    <p:cSldViewPr snapToGrid="0" snapToObjects="1">
      <p:cViewPr varScale="1">
        <p:scale>
          <a:sx n="66" d="100"/>
          <a:sy n="66" d="100"/>
        </p:scale>
        <p:origin x="72" y="100"/>
      </p:cViewPr>
      <p:guideLst/>
    </p:cSldViewPr>
  </p:slideViewPr>
  <p:outlineViewPr>
    <p:cViewPr>
      <p:scale>
        <a:sx n="33" d="100"/>
        <a:sy n="33" d="100"/>
      </p:scale>
      <p:origin x="-56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7" d="100"/>
          <a:sy n="97" d="100"/>
        </p:scale>
        <p:origin x="4328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l"/>
            <a:fld id="{614B4878-71CB-8F40-B9DD-F26F1F6CA014}" type="slidenum">
              <a:rPr lang="en-US" sz="600" smtClean="0">
                <a:solidFill>
                  <a:schemeClr val="bg1"/>
                </a:solidFill>
                <a:latin typeface="IBM Plex Sans Light" panose="020B0503050203000203" pitchFamily="34" charset="0"/>
                <a:ea typeface="IBM Plex Sans Light" charset="0"/>
                <a:cs typeface="IBM Plex Sans Light" charset="0"/>
              </a:rPr>
              <a:pPr algn="l"/>
              <a:t>‹#›</a:t>
            </a:fld>
            <a:endParaRPr lang="en-US" sz="600">
              <a:solidFill>
                <a:schemeClr val="bg1"/>
              </a:solidFill>
              <a:latin typeface="IBM Plex Sans Light" panose="020B0503050203000203" pitchFamily="34" charset="0"/>
              <a:ea typeface="IBM Plex Sans Light" charset="0"/>
              <a:cs typeface="IBM Plex Sans Light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en-US" sz="600">
                <a:solidFill>
                  <a:schemeClr val="bg1"/>
                </a:solidFill>
                <a:latin typeface="IBM Plex Sans Light" panose="020B0503050203000203" pitchFamily="34" charset="0"/>
                <a:ea typeface="IBM Plex Sans Light" charset="0"/>
                <a:cs typeface="IBM Plex Sans Light" charset="0"/>
              </a:rPr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480278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06710" y="228600"/>
            <a:ext cx="6419088" cy="3612324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6ABF5568-9620-E34F-9423-054ABD059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06710" y="4087090"/>
            <a:ext cx="6419088" cy="4320309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30021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600" b="0" i="0">
                <a:solidFill>
                  <a:schemeClr val="bg1"/>
                </a:solidFill>
                <a:latin typeface="IBM Plex Sans Light" panose="020B0503050203000203" pitchFamily="34" charset="0"/>
                <a:ea typeface="IBM Plex Sans Light" panose="020B0503050203000203" pitchFamily="34" charset="0"/>
                <a:cs typeface="IBM Plex Sans Light" panose="020B0503050203000203" pitchFamily="34" charset="0"/>
              </a:defRPr>
            </a:lvl1pPr>
          </a:lstStyle>
          <a:p>
            <a:fld id="{6E2E38B8-B0B4-AD41-AC6E-B781F46A9FD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1945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IBM Plex Sans Light" panose="020B0503050203000203" pitchFamily="34" charset="0"/>
                <a:ea typeface="IBM Plex Sans Light" panose="020B0503050203000203" pitchFamily="34" charset="0"/>
                <a:cs typeface="IBM Plex Sans Light" panose="020B0503050203000203" pitchFamily="34" charset="0"/>
              </a:defRPr>
            </a:lvl1pPr>
          </a:lstStyle>
          <a:p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79159858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2438522" rtl="0" eaLnBrk="1" latinLnBrk="0" hangingPunct="1">
      <a:lnSpc>
        <a:spcPct val="110000"/>
      </a:lnSpc>
      <a:spcBef>
        <a:spcPts val="0"/>
      </a:spcBef>
      <a:defRPr sz="1200" b="0" i="0" kern="1200">
        <a:solidFill>
          <a:schemeClr val="bg1"/>
        </a:solidFill>
        <a:latin typeface="IBM Plex Sans Light" panose="020B0503050203000203" pitchFamily="34" charset="0"/>
        <a:ea typeface="+mn-ea"/>
        <a:cs typeface="+mn-cs"/>
      </a:defRPr>
    </a:lvl1pPr>
    <a:lvl2pPr marL="465690" indent="-452991" algn="l" defTabSz="2438522" rtl="0" eaLnBrk="1" latinLnBrk="0" hangingPunct="1">
      <a:lnSpc>
        <a:spcPct val="110000"/>
      </a:lnSpc>
      <a:spcBef>
        <a:spcPts val="0"/>
      </a:spcBef>
      <a:buFont typeface="IBM Plex Sans"/>
      <a:buChar char="–"/>
      <a:tabLst/>
      <a:defRPr sz="1200" b="0" i="0" kern="1200">
        <a:solidFill>
          <a:schemeClr val="bg1"/>
        </a:solidFill>
        <a:latin typeface="IBM Plex Sans Light" panose="020B0503050203000203" pitchFamily="34" charset="0"/>
        <a:ea typeface="+mn-ea"/>
        <a:cs typeface="+mn-cs"/>
      </a:defRPr>
    </a:lvl2pPr>
    <a:lvl3pPr marL="926638" indent="-463319" algn="l" defTabSz="2438522" rtl="0" eaLnBrk="1" latinLnBrk="0" hangingPunct="1">
      <a:lnSpc>
        <a:spcPct val="110000"/>
      </a:lnSpc>
      <a:spcBef>
        <a:spcPts val="0"/>
      </a:spcBef>
      <a:buFont typeface="IBM Plex Sans Light" panose="020B0604020202020204" pitchFamily="34" charset="0"/>
      <a:buChar char="•"/>
      <a:tabLst/>
      <a:defRPr sz="1200" b="0" i="0" kern="1200">
        <a:solidFill>
          <a:schemeClr val="bg1"/>
        </a:solidFill>
        <a:latin typeface="IBM Plex Sans Light" panose="020B0503050203000203" pitchFamily="34" charset="0"/>
        <a:ea typeface="+mn-ea"/>
        <a:cs typeface="+mn-cs"/>
      </a:defRPr>
    </a:lvl3pPr>
    <a:lvl4pPr marL="1682580" indent="-463319" algn="l" defTabSz="2438522" rtl="0" eaLnBrk="1" latinLnBrk="0" hangingPunct="1">
      <a:lnSpc>
        <a:spcPct val="110000"/>
      </a:lnSpc>
      <a:spcBef>
        <a:spcPts val="0"/>
      </a:spcBef>
      <a:buFont typeface="IBM Plex Sans Light"/>
      <a:buChar char="–"/>
      <a:tabLst/>
      <a:defRPr sz="1200" b="0" i="0" kern="1200">
        <a:solidFill>
          <a:schemeClr val="bg1"/>
        </a:solidFill>
        <a:latin typeface="IBM Plex Sans Light" panose="020B0503050203000203" pitchFamily="34" charset="0"/>
        <a:ea typeface="+mn-ea"/>
        <a:cs typeface="+mn-cs"/>
      </a:defRPr>
    </a:lvl4pPr>
    <a:lvl5pPr marL="465690" marR="0" indent="-452991" algn="l" defTabSz="2438522" rtl="0" eaLnBrk="1" fontAlgn="base" latinLnBrk="0" hangingPunct="1">
      <a:lnSpc>
        <a:spcPct val="100000"/>
      </a:lnSpc>
      <a:spcBef>
        <a:spcPts val="1600"/>
      </a:spcBef>
      <a:spcAft>
        <a:spcPct val="0"/>
      </a:spcAft>
      <a:buClr>
        <a:srgbClr val="000000"/>
      </a:buClr>
      <a:buSzTx/>
      <a:buFont typeface="IBM Plex Sans Light" charset="-120"/>
      <a:buChar char="»"/>
      <a:tabLst/>
      <a:defRPr sz="2000" b="0" i="0" kern="1200">
        <a:solidFill>
          <a:schemeClr val="bg1"/>
        </a:solidFill>
        <a:latin typeface="IBM Plex Sans Light" panose="020B0503050203000203" pitchFamily="34" charset="0"/>
        <a:ea typeface="+mn-ea"/>
        <a:cs typeface="+mn-cs"/>
      </a:defRPr>
    </a:lvl5pPr>
    <a:lvl6pPr marL="6096305" algn="l" defTabSz="2438522" rtl="0" eaLnBrk="1" latinLnBrk="0" hangingPunct="1">
      <a:defRPr sz="3200" kern="1200">
        <a:solidFill>
          <a:schemeClr val="tx1"/>
        </a:solidFill>
        <a:latin typeface="+mn-lt"/>
        <a:ea typeface="+mn-ea"/>
        <a:cs typeface="+mn-cs"/>
      </a:defRPr>
    </a:lvl6pPr>
    <a:lvl7pPr marL="7315566" algn="l" defTabSz="2438522" rtl="0" eaLnBrk="1" latinLnBrk="0" hangingPunct="1">
      <a:defRPr sz="3200" kern="1200">
        <a:solidFill>
          <a:schemeClr val="tx1"/>
        </a:solidFill>
        <a:latin typeface="+mn-lt"/>
        <a:ea typeface="+mn-ea"/>
        <a:cs typeface="+mn-cs"/>
      </a:defRPr>
    </a:lvl7pPr>
    <a:lvl8pPr marL="8534827" algn="l" defTabSz="2438522" rtl="0" eaLnBrk="1" latinLnBrk="0" hangingPunct="1">
      <a:defRPr sz="3200" kern="1200">
        <a:solidFill>
          <a:schemeClr val="tx1"/>
        </a:solidFill>
        <a:latin typeface="+mn-lt"/>
        <a:ea typeface="+mn-ea"/>
        <a:cs typeface="+mn-cs"/>
      </a:defRPr>
    </a:lvl8pPr>
    <a:lvl9pPr marL="9754088" algn="l" defTabSz="2438522" rtl="0" eaLnBrk="1" latinLnBrk="0" hangingPunct="1">
      <a:defRPr sz="3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 descr="Place imagery here">
            <a:extLst>
              <a:ext uri="{FF2B5EF4-FFF2-40B4-BE49-F238E27FC236}">
                <a16:creationId xmlns:a16="http://schemas.microsoft.com/office/drawing/2014/main" id="{EA7055A2-0B5C-73F2-C2DB-FC7245A7AB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24387175" cy="12001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50588" cy="6288087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404A9AD-5866-6BA4-C928-31A5F88EF1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6072" y="12088368"/>
            <a:ext cx="4937887" cy="11430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D4A8A02-E5FB-018D-1574-2015680C3A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71501" y="12084739"/>
            <a:ext cx="4937887" cy="11430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8" name="Picture 7" descr="IBM 8-bar logo">
            <a:extLst>
              <a:ext uri="{FF2B5EF4-FFF2-40B4-BE49-F238E27FC236}">
                <a16:creationId xmlns:a16="http://schemas.microsoft.com/office/drawing/2014/main" id="{418F6040-10C6-A4A5-7C1E-09A9F553C0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279951" y="12526963"/>
            <a:ext cx="16383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795180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50589" cy="4573587"/>
          </a:xfrm>
        </p:spPr>
        <p:txBody>
          <a:bodyPr/>
          <a:lstStyle>
            <a:lvl1pPr>
              <a:lnSpc>
                <a:spcPct val="100000"/>
              </a:lnSpc>
              <a:defRPr sz="8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279951" y="12526963"/>
            <a:ext cx="16383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878651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, business un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50588" cy="4573587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A2629C-3C99-5809-3D6C-46ACEB922F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6072" y="12463272"/>
            <a:ext cx="11050588" cy="7620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6C5E26C6-9CEF-2A61-0C64-FAACB68F53D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279951" y="12526963"/>
            <a:ext cx="16383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174950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0101072" cy="10479087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2763500" y="569913"/>
            <a:ext cx="11049000" cy="12574587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pic>
        <p:nvPicPr>
          <p:cNvPr id="9" name="Picture 8" descr="IBM 8-bar logo">
            <a:extLst>
              <a:ext uri="{FF2B5EF4-FFF2-40B4-BE49-F238E27FC236}">
                <a16:creationId xmlns:a16="http://schemas.microsoft.com/office/drawing/2014/main" id="{735CD4FC-3A11-28F6-09EF-9089FE9596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77850" y="12526963"/>
            <a:ext cx="16383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614004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, half, business un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576072"/>
            <a:ext cx="10099675" cy="571500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1527048"/>
            <a:ext cx="10099675" cy="9337675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2763500" y="569913"/>
            <a:ext cx="11049000" cy="12574587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EEE0A3D1-7815-E46E-77D1-E2DC099B473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77850" y="12526963"/>
            <a:ext cx="16383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209367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4956175" cy="4573587"/>
          </a:xfrm>
        </p:spPr>
        <p:txBody>
          <a:bodyPr/>
          <a:lstStyle>
            <a:lvl1pPr>
              <a:lnSpc>
                <a:spcPct val="10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763500" y="569913"/>
            <a:ext cx="4953000" cy="11431587"/>
          </a:xfrm>
        </p:spPr>
        <p:txBody>
          <a:bodyPr/>
          <a:lstStyle>
            <a:lvl1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862675" y="569913"/>
            <a:ext cx="4949825" cy="11431587"/>
          </a:xfrm>
        </p:spPr>
        <p:txBody>
          <a:bodyPr/>
          <a:lstStyle>
            <a:lvl1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116128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303940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50588" cy="2859087"/>
          </a:xfrm>
        </p:spPr>
        <p:txBody>
          <a:bodyPr rIns="457200"/>
          <a:lstStyle>
            <a:lvl1pPr>
              <a:lnSpc>
                <a:spcPct val="10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289B0F8-E9A7-CF76-E87F-8D4302E8DA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A4B74093-A800-CB62-8607-A04D569204E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839104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675" y="420624"/>
            <a:ext cx="17141825" cy="8191500"/>
          </a:xfrm>
        </p:spPr>
        <p:txBody>
          <a:bodyPr/>
          <a:lstStyle>
            <a:lvl1pPr>
              <a:defRPr sz="17200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808370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, head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9909175" cy="2859087"/>
          </a:xfrm>
        </p:spPr>
        <p:txBody>
          <a:bodyPr/>
          <a:lstStyle>
            <a:lvl1pPr>
              <a:lnSpc>
                <a:spcPct val="10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54631A-4ED7-F527-1CBC-9AF7BE2CB6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767252" y="448056"/>
            <a:ext cx="11042073" cy="8574087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1pPr>
            <a:lvl2pPr marL="585216" indent="-585216"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2pPr>
            <a:lvl3pPr marL="1097280" indent="-585216"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3pPr>
            <a:lvl4pPr marL="1755648"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6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06079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, stand-alo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420624"/>
            <a:ext cx="14662150" cy="9717087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FCFA7EA-8E9F-E01B-AB9C-B7BE7D3D11E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12510822-3D1B-0CFC-3FF0-1E55DA550F8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603199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2 callouts, vertic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D5E03B0-C633-E81D-0D42-3FCCAFD64B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6072" y="576072"/>
            <a:ext cx="7623175" cy="6288087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1pPr>
            <a:lvl2pPr marL="402336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2pPr>
            <a:lvl3pPr marL="804672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3pPr>
            <a:lvl4pPr marL="1115568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B20D7FD-6784-59C5-938D-4728A153F5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6072" y="9299448"/>
            <a:ext cx="11050588" cy="3543300"/>
          </a:xfrm>
        </p:spPr>
        <p:txBody>
          <a:bodyPr anchor="b"/>
          <a:lstStyle>
            <a:lvl1pPr>
              <a:lnSpc>
                <a:spcPct val="90000"/>
              </a:lnSpc>
              <a:spcBef>
                <a:spcPts val="0"/>
              </a:spcBef>
              <a:defRPr sz="25800" b="0" i="0">
                <a:solidFill>
                  <a:schemeClr val="accent1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 dirty="0"/>
              <a:t>↗︎00M</a:t>
            </a:r>
          </a:p>
        </p:txBody>
      </p:sp>
      <p:cxnSp>
        <p:nvCxnSpPr>
          <p:cNvPr id="9" name="Straight Connector 8" descr="Vertical column divider">
            <a:extLst>
              <a:ext uri="{FF2B5EF4-FFF2-40B4-BE49-F238E27FC236}">
                <a16:creationId xmlns:a16="http://schemas.microsoft.com/office/drawing/2014/main" id="{1C44518A-7FBB-67DA-E35B-8BC0AAFC6062}"/>
              </a:ext>
            </a:extLst>
          </p:cNvPr>
          <p:cNvCxnSpPr/>
          <p:nvPr userDrawn="1"/>
        </p:nvCxnSpPr>
        <p:spPr bwMode="auto">
          <a:xfrm>
            <a:off x="12193587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A7285B0-4A1E-8885-0C0E-77D0ECA9CAC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63500" y="576072"/>
            <a:ext cx="7620000" cy="6288087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1pPr>
            <a:lvl2pPr marL="402336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2pPr>
            <a:lvl3pPr marL="804672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3pPr>
            <a:lvl4pPr marL="1115568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F395CBF-E65B-9A42-BAE5-C2B2BD9B7B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763500" y="9296400"/>
            <a:ext cx="11049000" cy="3543300"/>
          </a:xfrm>
        </p:spPr>
        <p:txBody>
          <a:bodyPr anchor="b"/>
          <a:lstStyle>
            <a:lvl1pPr>
              <a:lnSpc>
                <a:spcPct val="90000"/>
              </a:lnSpc>
              <a:spcBef>
                <a:spcPts val="0"/>
              </a:spcBef>
              <a:defRPr sz="25800" b="0" i="0">
                <a:solidFill>
                  <a:schemeClr val="accent1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 dirty="0"/>
              <a:t>+00%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F3E002C-97C5-3260-CB49-7E93DF3397C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160DC6C8-AF18-F14B-A164-C49B271F59A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478196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3 callouts, vertic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6D02D-89A9-0455-FACB-7B6D03346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2859088"/>
          </a:xfrm>
        </p:spPr>
        <p:txBody>
          <a:bodyPr/>
          <a:lstStyle>
            <a:lvl1pPr>
              <a:lnSpc>
                <a:spcPct val="1100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BB79390-98CC-5F62-D373-F6646F767D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67500" y="429768"/>
            <a:ext cx="4951413" cy="1907912"/>
          </a:xfrm>
        </p:spPr>
        <p:txBody>
          <a:bodyPr/>
          <a:lstStyle>
            <a:lvl1pPr>
              <a:lnSpc>
                <a:spcPct val="90000"/>
              </a:lnSpc>
              <a:defRPr sz="13000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00%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DE7F16-A938-0D17-3BFA-034F142A808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2333068"/>
            <a:ext cx="4951413" cy="967304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516E6B1-7020-1EA5-CDD4-B1FC6CE27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768263" y="426481"/>
            <a:ext cx="4949825" cy="1906588"/>
          </a:xfrm>
        </p:spPr>
        <p:txBody>
          <a:bodyPr/>
          <a:lstStyle>
            <a:lvl1pPr>
              <a:lnSpc>
                <a:spcPct val="90000"/>
              </a:lnSpc>
              <a:defRPr sz="130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00%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FD8FB-143C-CB66-123C-0495EB1C33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3500" y="2334654"/>
            <a:ext cx="4953000" cy="966684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C11D906-6DD0-910D-48BA-0C197C90AA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859500" y="429654"/>
            <a:ext cx="4949825" cy="1903413"/>
          </a:xfrm>
        </p:spPr>
        <p:txBody>
          <a:bodyPr/>
          <a:lstStyle>
            <a:lvl1pPr>
              <a:lnSpc>
                <a:spcPct val="90000"/>
              </a:lnSpc>
              <a:defRPr sz="130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00%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1063D1-FD79-491C-791B-87858EA0CB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2333067"/>
            <a:ext cx="4953000" cy="966684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E465D-4B5F-2DAE-57C4-590983308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67500" y="12042775"/>
            <a:ext cx="4951413" cy="1143000"/>
          </a:xfrm>
        </p:spPr>
        <p:txBody>
          <a:bodyPr anchor="b"/>
          <a:lstStyle>
            <a:lvl1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46304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292608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438912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5DBF980-9C8F-3F7A-E896-C207BA2781B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5A7B871-06B9-0A3F-4D1D-A14D572C268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368050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2 callouts,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48808-B77B-7E67-E7EA-BCC945D4D5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675" y="402336"/>
            <a:ext cx="4949825" cy="5335588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+000%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378CF2-9CD6-2749-A489-08A4608D0B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67500" y="402336"/>
            <a:ext cx="11049000" cy="5335587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1pPr>
            <a:lvl2pPr marL="786384" indent="-786384"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2pPr>
            <a:lvl3pPr marL="1499616" indent="-786384"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3pPr>
            <a:lvl4pPr marL="2286000" indent="-786384"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0" name="Straight Connector 9" descr="Horizontal row divider">
            <a:extLst>
              <a:ext uri="{FF2B5EF4-FFF2-40B4-BE49-F238E27FC236}">
                <a16:creationId xmlns:a16="http://schemas.microsoft.com/office/drawing/2014/main" id="{3D81813D-DA09-FCA0-D570-1E2D428C59E9}"/>
              </a:ext>
            </a:extLst>
          </p:cNvPr>
          <p:cNvCxnSpPr/>
          <p:nvPr userDrawn="1"/>
        </p:nvCxnSpPr>
        <p:spPr bwMode="auto">
          <a:xfrm>
            <a:off x="568325" y="6096000"/>
            <a:ext cx="23244175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16C1F9D-1D2C-5BDA-E821-35CB4A870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4675" y="6477000"/>
            <a:ext cx="4949825" cy="5334000"/>
          </a:xfrm>
        </p:spPr>
        <p:txBody>
          <a:bodyPr/>
          <a:lstStyle>
            <a:lvl1pPr>
              <a:lnSpc>
                <a:spcPct val="100000"/>
              </a:lnSpc>
              <a:defRPr sz="8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defRPr sz="8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defRPr sz="8600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defRPr sz="8600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defRPr sz="86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+000M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C97FE8A-75E3-6FC8-02DD-50E0A4C8C9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67500" y="6477000"/>
            <a:ext cx="11049000" cy="533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1pPr>
            <a:lvl2pPr marL="786384" indent="-786384"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2pPr>
            <a:lvl3pPr marL="1499616" indent="-786384"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3pPr>
            <a:lvl4pPr marL="2286000" indent="-786384"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8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837D060-1DA4-2AC5-AC63-E1AFDD1637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3EE9E1A-5619-752E-836B-A127FD2C7D7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764434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3 callouts,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6D02D-89A9-0455-FACB-7B6D03346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2859088"/>
          </a:xfrm>
        </p:spPr>
        <p:txBody>
          <a:bodyPr/>
          <a:lstStyle>
            <a:lvl1pPr>
              <a:lnSpc>
                <a:spcPct val="1100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BB79390-98CC-5F62-D373-F6646F767D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67500" y="411480"/>
            <a:ext cx="4951413" cy="2859087"/>
          </a:xfrm>
        </p:spPr>
        <p:txBody>
          <a:bodyPr/>
          <a:lstStyle>
            <a:lvl1pPr>
              <a:lnSpc>
                <a:spcPct val="90000"/>
              </a:lnSpc>
              <a:defRPr sz="13000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r>
              <a:rPr lang="en-US" dirty="0"/>
              <a:t>00%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DE7F16-A938-0D17-3BFA-034F142A808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763500" y="576072"/>
            <a:ext cx="7620000" cy="2859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7" name="Straight Connector 16" descr="Horizontal row divider">
            <a:extLst>
              <a:ext uri="{FF2B5EF4-FFF2-40B4-BE49-F238E27FC236}">
                <a16:creationId xmlns:a16="http://schemas.microsoft.com/office/drawing/2014/main" id="{1103109C-6DA9-8F27-B4B1-EE276442E489}"/>
              </a:ext>
            </a:extLst>
          </p:cNvPr>
          <p:cNvCxnSpPr/>
          <p:nvPr userDrawn="1"/>
        </p:nvCxnSpPr>
        <p:spPr bwMode="auto">
          <a:xfrm>
            <a:off x="6667500" y="4000500"/>
            <a:ext cx="17145000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516E6B1-7020-1EA5-CDD4-B1FC6CE27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67500" y="4187952"/>
            <a:ext cx="4951413" cy="2857506"/>
          </a:xfrm>
        </p:spPr>
        <p:txBody>
          <a:bodyPr/>
          <a:lstStyle>
            <a:lvl1pPr>
              <a:lnSpc>
                <a:spcPct val="90000"/>
              </a:lnSpc>
              <a:defRPr sz="13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00%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FD8FB-143C-CB66-123C-0495EB1C33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3500" y="4381500"/>
            <a:ext cx="7620000" cy="2857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5" name="Straight Connector 14" descr="Horizontal row divider">
            <a:extLst>
              <a:ext uri="{FF2B5EF4-FFF2-40B4-BE49-F238E27FC236}">
                <a16:creationId xmlns:a16="http://schemas.microsoft.com/office/drawing/2014/main" id="{687931BB-B3EF-829C-B354-B048514D5138}"/>
              </a:ext>
            </a:extLst>
          </p:cNvPr>
          <p:cNvCxnSpPr/>
          <p:nvPr userDrawn="1"/>
        </p:nvCxnSpPr>
        <p:spPr bwMode="auto">
          <a:xfrm>
            <a:off x="6667500" y="8191500"/>
            <a:ext cx="17145000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C11D906-6DD0-910D-48BA-0C197C90AA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67501" y="8403336"/>
            <a:ext cx="4951411" cy="2857506"/>
          </a:xfrm>
        </p:spPr>
        <p:txBody>
          <a:bodyPr/>
          <a:lstStyle>
            <a:lvl1pPr>
              <a:lnSpc>
                <a:spcPct val="90000"/>
              </a:lnSpc>
              <a:defRPr sz="13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00%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1063D1-FD79-491C-791B-87858EA0CB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763500" y="8572500"/>
            <a:ext cx="7620000" cy="2857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E465D-4B5F-2DAE-57C4-590983308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67500" y="12042775"/>
            <a:ext cx="4951413" cy="1143000"/>
          </a:xfrm>
        </p:spPr>
        <p:txBody>
          <a:bodyPr anchor="b"/>
          <a:lstStyle>
            <a:lvl1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1600" b="0" i="0"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5C67502-D618-DC10-9CCC-905693ABB58E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22EFDDC-A614-EFF6-CE30-E60F4DB9F75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111609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3429000"/>
            <a:ext cx="4956175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3500" y="3429000"/>
            <a:ext cx="4953000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3429000"/>
            <a:ext cx="4959350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313497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short divide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7500" y="576072"/>
            <a:ext cx="4956175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1239EA8E-6B4C-405F-E7F6-ABB450E0710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79437" y="3429000"/>
            <a:ext cx="4951413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0" name="Straight Connector 19" descr="Vertical column divider">
            <a:extLst>
              <a:ext uri="{FF2B5EF4-FFF2-40B4-BE49-F238E27FC236}">
                <a16:creationId xmlns:a16="http://schemas.microsoft.com/office/drawing/2014/main" id="{ABAB2974-AD95-0BF2-C41A-265AEF03B4F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096000" y="3429000"/>
            <a:ext cx="0" cy="857250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1" name="Straight Connector 20" descr="Vertical column divider">
            <a:extLst>
              <a:ext uri="{FF2B5EF4-FFF2-40B4-BE49-F238E27FC236}">
                <a16:creationId xmlns:a16="http://schemas.microsoft.com/office/drawing/2014/main" id="{CDB8CB8D-C4DB-E357-4948-59CD6A18A9DC}"/>
              </a:ext>
            </a:extLst>
          </p:cNvPr>
          <p:cNvCxnSpPr/>
          <p:nvPr userDrawn="1"/>
        </p:nvCxnSpPr>
        <p:spPr bwMode="auto">
          <a:xfrm>
            <a:off x="12188952" y="3429000"/>
            <a:ext cx="0" cy="857707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3500" y="3429000"/>
            <a:ext cx="495300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2" name="Straight Connector 21" descr="Vertical column divider">
            <a:extLst>
              <a:ext uri="{FF2B5EF4-FFF2-40B4-BE49-F238E27FC236}">
                <a16:creationId xmlns:a16="http://schemas.microsoft.com/office/drawing/2014/main" id="{8B5887E5-28C4-AA99-EBD5-E34B88F46F25}"/>
              </a:ext>
            </a:extLst>
          </p:cNvPr>
          <p:cNvCxnSpPr/>
          <p:nvPr userDrawn="1"/>
        </p:nvCxnSpPr>
        <p:spPr bwMode="auto">
          <a:xfrm>
            <a:off x="18288000" y="3429000"/>
            <a:ext cx="0" cy="857707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3429000"/>
            <a:ext cx="495935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9EE7B3-BC6A-6676-8FA2-607F9B08DA3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DB52D7E1-3828-A1B9-9239-637B1E2A543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310234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dividers, headlin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14" name="Straight Connector 13" descr="Vertical column divider">
            <a:extLst>
              <a:ext uri="{FF2B5EF4-FFF2-40B4-BE49-F238E27FC236}">
                <a16:creationId xmlns:a16="http://schemas.microsoft.com/office/drawing/2014/main" id="{C6EB28FF-C21F-A83D-2D19-2242B76C6B09}"/>
              </a:ext>
            </a:extLst>
          </p:cNvPr>
          <p:cNvCxnSpPr/>
          <p:nvPr userDrawn="1"/>
        </p:nvCxnSpPr>
        <p:spPr bwMode="auto">
          <a:xfrm>
            <a:off x="6096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7500" y="576072"/>
            <a:ext cx="4956175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 descr="Vertical column divider">
            <a:extLst>
              <a:ext uri="{FF2B5EF4-FFF2-40B4-BE49-F238E27FC236}">
                <a16:creationId xmlns:a16="http://schemas.microsoft.com/office/drawing/2014/main" id="{3D7A0E74-695D-C6F5-07CD-01209D58A70A}"/>
              </a:ext>
            </a:extLst>
          </p:cNvPr>
          <p:cNvCxnSpPr/>
          <p:nvPr userDrawn="1"/>
        </p:nvCxnSpPr>
        <p:spPr bwMode="auto">
          <a:xfrm>
            <a:off x="12188952" y="566928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3500" y="576072"/>
            <a:ext cx="4953000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3500" y="3429000"/>
            <a:ext cx="4953000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9" name="Straight Connector 18" descr="Vertical column divider">
            <a:extLst>
              <a:ext uri="{FF2B5EF4-FFF2-40B4-BE49-F238E27FC236}">
                <a16:creationId xmlns:a16="http://schemas.microsoft.com/office/drawing/2014/main" id="{19E1AC9A-B000-435B-E4BC-54B09FB7957C}"/>
              </a:ext>
            </a:extLst>
          </p:cNvPr>
          <p:cNvCxnSpPr/>
          <p:nvPr userDrawn="1"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500" y="576072"/>
            <a:ext cx="4959350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3429000"/>
            <a:ext cx="4959350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3F3A850-F28F-F30E-5505-EA11791B052B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68324" y="1280423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96005D4-0874-989F-217D-8A2592F81D5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707034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34332-B5B5-4358-3C72-8B35F374A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2097087"/>
          </a:xfrm>
        </p:spPr>
        <p:txBody>
          <a:bodyPr/>
          <a:lstStyle>
            <a:lvl1pPr>
              <a:lnSpc>
                <a:spcPct val="110000"/>
              </a:lnSpc>
              <a:defRPr sz="2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C4772-2960-241E-274D-18A4B5568D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3429000"/>
            <a:ext cx="4956175" cy="40005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 descr="Vertical column divider">
            <a:extLst>
              <a:ext uri="{FF2B5EF4-FFF2-40B4-BE49-F238E27FC236}">
                <a16:creationId xmlns:a16="http://schemas.microsoft.com/office/drawing/2014/main" id="{4D695107-5427-4D2D-F88F-89BA74127CBF}"/>
              </a:ext>
            </a:extLst>
          </p:cNvPr>
          <p:cNvCxnSpPr/>
          <p:nvPr userDrawn="1"/>
        </p:nvCxnSpPr>
        <p:spPr bwMode="auto">
          <a:xfrm>
            <a:off x="6096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Picture Placeholder 13" descr="Place pictogram here">
            <a:extLst>
              <a:ext uri="{FF2B5EF4-FFF2-40B4-BE49-F238E27FC236}">
                <a16:creationId xmlns:a16="http://schemas.microsoft.com/office/drawing/2014/main" id="{637C5D5A-A533-DB2D-8BBE-C9DAA013CA0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667500" y="576072"/>
            <a:ext cx="1216152" cy="1216152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7CF39F-F0FC-7815-2582-A13E0599BC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 descr="Vertical column divider">
            <a:extLst>
              <a:ext uri="{FF2B5EF4-FFF2-40B4-BE49-F238E27FC236}">
                <a16:creationId xmlns:a16="http://schemas.microsoft.com/office/drawing/2014/main" id="{43B07B4A-5DB5-8126-EA79-502787053E82}"/>
              </a:ext>
            </a:extLst>
          </p:cNvPr>
          <p:cNvCxnSpPr/>
          <p:nvPr userDrawn="1"/>
        </p:nvCxnSpPr>
        <p:spPr bwMode="auto">
          <a:xfrm>
            <a:off x="12188952" y="566928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Picture Placeholder 13" descr="Place pictogram here">
            <a:extLst>
              <a:ext uri="{FF2B5EF4-FFF2-40B4-BE49-F238E27FC236}">
                <a16:creationId xmlns:a16="http://schemas.microsoft.com/office/drawing/2014/main" id="{81413BEF-DDD1-548F-409B-224DE030B67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2776353" y="576072"/>
            <a:ext cx="1216152" cy="1216152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8C92137-8AC3-46D8-C9A2-F6F058938B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8031" y="3429000"/>
            <a:ext cx="494212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9" name="Straight Connector 18" descr="Vertical column divider">
            <a:extLst>
              <a:ext uri="{FF2B5EF4-FFF2-40B4-BE49-F238E27FC236}">
                <a16:creationId xmlns:a16="http://schemas.microsoft.com/office/drawing/2014/main" id="{4D829559-0A72-8826-E06A-C6CCD39750A4}"/>
              </a:ext>
            </a:extLst>
          </p:cNvPr>
          <p:cNvCxnSpPr/>
          <p:nvPr userDrawn="1"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Picture Placeholder 13" descr="Place pictogram here">
            <a:extLst>
              <a:ext uri="{FF2B5EF4-FFF2-40B4-BE49-F238E27FC236}">
                <a16:creationId xmlns:a16="http://schemas.microsoft.com/office/drawing/2014/main" id="{B37C3DBB-1177-5FC6-7F7F-E6C5931C96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8859500" y="576072"/>
            <a:ext cx="1216152" cy="1216152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C380211-AA5F-2F8D-309F-DC766DF1EF5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1" y="3429000"/>
            <a:ext cx="4952999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782CF-665F-3C56-698C-16112EB19B2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2A45AB7-102C-FBDF-94FD-99783B6A5A1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899409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4949825" cy="1141412"/>
          </a:xfrm>
        </p:spPr>
        <p:txBody>
          <a:bodyPr/>
          <a:lstStyle>
            <a:lvl1pPr>
              <a:lnSpc>
                <a:spcPct val="10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5976" y="384048"/>
            <a:ext cx="4956175" cy="1141412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 sz="2800"/>
            </a:lvl2pPr>
            <a:lvl3pPr>
              <a:spcBef>
                <a:spcPts val="0"/>
              </a:spcBef>
              <a:defRPr sz="2800"/>
            </a:lvl3pPr>
            <a:lvl4pPr>
              <a:spcBef>
                <a:spcPts val="0"/>
              </a:spcBef>
              <a:defRPr sz="2800"/>
            </a:lvl4pPr>
            <a:lvl5pPr>
              <a:spcBef>
                <a:spcPts val="0"/>
              </a:spcBef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3500" y="3429000"/>
            <a:ext cx="10096500" cy="8572500"/>
          </a:xfrm>
        </p:spPr>
        <p:txBody>
          <a:bodyPr/>
          <a:lstStyle>
            <a:lvl1pPr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649678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wid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7424927" cy="1906588"/>
          </a:xfrm>
        </p:spPr>
        <p:txBody>
          <a:bodyPr/>
          <a:lstStyle>
            <a:lvl1pPr>
              <a:lnSpc>
                <a:spcPct val="1100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3429000"/>
            <a:ext cx="10099675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763500" y="3429000"/>
            <a:ext cx="1009650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A0F4B3-D63C-0D8F-2804-F97776F90E4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38EC09FB-402F-F3CE-E1D2-51583F1BCCF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945124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45825" cy="4573587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63500" y="576072"/>
            <a:ext cx="4953000" cy="11431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859500" y="576072"/>
            <a:ext cx="4953000" cy="11431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A54578-ECD5-347E-35A9-C3F93EB8CD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C7A51FE3-0F54-1487-47B4-164B5B802CA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821703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53000" cy="4573587"/>
          </a:xfrm>
        </p:spPr>
        <p:txBody>
          <a:bodyPr/>
          <a:lstStyle>
            <a:lvl1pPr>
              <a:lnSpc>
                <a:spcPct val="1000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63500" y="569913"/>
            <a:ext cx="4953000" cy="11431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859500" y="569913"/>
            <a:ext cx="4953000" cy="11431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A54578-ECD5-347E-35A9-C3F93EB8CD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745FF4F8-7F82-E9C2-8046-C791019E169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956051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E75BA-E283-08AE-B230-A89A2245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39476" cy="4573587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AF10F27-0178-9C93-8741-F0241501B4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3500" y="576072"/>
            <a:ext cx="4953000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98D950-EA52-ABF9-D15D-C6C8FE9464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763500" y="3429000"/>
            <a:ext cx="495300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17CD3DC6-7946-2D82-C3E4-10BC579C88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500" y="576072"/>
            <a:ext cx="4959350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A501ADC5-5846-FF23-F5DB-93E8D05863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862675" y="3429000"/>
            <a:ext cx="495300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E734E-170F-6CE2-C852-A644ACB8F40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9BFC0CA6-CE6F-D94C-2967-FBF2240020C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0831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E75BA-E283-08AE-B230-A89A2245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6" cy="4573587"/>
          </a:xfrm>
        </p:spPr>
        <p:txBody>
          <a:bodyPr rIns="0"/>
          <a:lstStyle>
            <a:lvl1pPr>
              <a:lnSpc>
                <a:spcPct val="10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AF10F27-0178-9C93-8741-F0241501B4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3500" y="576072"/>
            <a:ext cx="4953000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98D950-EA52-ABF9-D15D-C6C8FE9464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763500" y="3429000"/>
            <a:ext cx="495300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17CD3DC6-7946-2D82-C3E4-10BC579C88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500" y="576072"/>
            <a:ext cx="4959350" cy="15255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A501ADC5-5846-FF23-F5DB-93E8D05863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865850" y="3429000"/>
            <a:ext cx="4953000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E734E-170F-6CE2-C852-A644ACB8F40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8CF1D655-1791-BEF3-D8AA-E589057E73A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240754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4949825" cy="1141413"/>
          </a:xfrm>
        </p:spPr>
        <p:txBody>
          <a:bodyPr/>
          <a:lstStyle>
            <a:lvl1pPr>
              <a:lnSpc>
                <a:spcPct val="10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9151" y="384048"/>
            <a:ext cx="4956175" cy="1141412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spcBef>
                <a:spcPts val="0"/>
              </a:spcBef>
              <a:defRPr sz="2800"/>
            </a:lvl2pPr>
            <a:lvl3pPr>
              <a:lnSpc>
                <a:spcPct val="90000"/>
              </a:lnSpc>
              <a:spcBef>
                <a:spcPts val="0"/>
              </a:spcBef>
              <a:defRPr sz="2800"/>
            </a:lvl3pPr>
            <a:lvl4pPr>
              <a:lnSpc>
                <a:spcPct val="90000"/>
              </a:lnSpc>
              <a:spcBef>
                <a:spcPts val="0"/>
              </a:spcBef>
              <a:defRPr sz="2800"/>
            </a:lvl4pPr>
            <a:lvl5pPr>
              <a:lnSpc>
                <a:spcPct val="90000"/>
              </a:lnSpc>
              <a:spcBef>
                <a:spcPts val="0"/>
              </a:spcBef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202744BD-C7A4-D538-2E19-AA279C025A21}"/>
              </a:ext>
            </a:extLst>
          </p:cNvPr>
          <p:cNvCxnSpPr/>
          <p:nvPr userDrawn="1"/>
        </p:nvCxnSpPr>
        <p:spPr bwMode="auto">
          <a:xfrm>
            <a:off x="12188952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Picture Placeholder 4" descr="Place pictogram here">
            <a:extLst>
              <a:ext uri="{FF2B5EF4-FFF2-40B4-BE49-F238E27FC236}">
                <a16:creationId xmlns:a16="http://schemas.microsoft.com/office/drawing/2014/main" id="{4E8FFEFF-CCD0-A436-418A-5FB8624CCC89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12763500" y="576072"/>
            <a:ext cx="1216152" cy="1214462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7638" y="3429000"/>
            <a:ext cx="4953000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 descr="Vertical column divider">
            <a:extLst>
              <a:ext uri="{FF2B5EF4-FFF2-40B4-BE49-F238E27FC236}">
                <a16:creationId xmlns:a16="http://schemas.microsoft.com/office/drawing/2014/main" id="{ADCE883F-3781-7F7E-8236-8BB5CEBAD77C}"/>
              </a:ext>
            </a:extLst>
          </p:cNvPr>
          <p:cNvCxnSpPr/>
          <p:nvPr userDrawn="1"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Picture Placeholder 11" descr="Place pictogram here">
            <a:extLst>
              <a:ext uri="{FF2B5EF4-FFF2-40B4-BE49-F238E27FC236}">
                <a16:creationId xmlns:a16="http://schemas.microsoft.com/office/drawing/2014/main" id="{484E55D7-CBB2-992D-3E77-5CB7B7CADA9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18859500" y="576072"/>
            <a:ext cx="1217844" cy="1216152"/>
          </a:xfrm>
        </p:spPr>
        <p:txBody>
          <a:bodyPr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63638" y="3429000"/>
            <a:ext cx="4959350" cy="8572500"/>
          </a:xfrm>
        </p:spPr>
        <p:txBody>
          <a:bodyPr/>
          <a:lstStyle>
            <a:lvl1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8288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36576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548640" indent="-182880"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2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B96A2B-2DD4-AEBB-75C4-9215E33D266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FE28AB83-26B6-464D-000B-077BBC18861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412524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 wide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 descr="Place pictogram here">
            <a:extLst>
              <a:ext uri="{FF2B5EF4-FFF2-40B4-BE49-F238E27FC236}">
                <a16:creationId xmlns:a16="http://schemas.microsoft.com/office/drawing/2014/main" id="{30AB5158-BCB8-39EE-DA85-F2CD01699FB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6072" y="576072"/>
            <a:ext cx="1216152" cy="1216152"/>
          </a:xfrm>
        </p:spPr>
        <p:txBody>
          <a:bodyPr anchor="ctr"/>
          <a:lstStyle>
            <a:lvl1pPr algn="ctr">
              <a:defRPr sz="16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1099CB-CB87-D5D5-506D-4B49C08161D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2478024"/>
            <a:ext cx="6670675" cy="3048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1pPr>
            <a:lvl2pPr marL="402336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2pPr>
            <a:lvl3pPr marL="804672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3pPr>
            <a:lvl4pPr marL="1115568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 descr="Vertical column divider">
            <a:extLst>
              <a:ext uri="{FF2B5EF4-FFF2-40B4-BE49-F238E27FC236}">
                <a16:creationId xmlns:a16="http://schemas.microsoft.com/office/drawing/2014/main" id="{00A530A6-2F26-DA70-D0D9-6DD90453CEC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2192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Picture Placeholder 14" descr="Place pictogram here">
            <a:extLst>
              <a:ext uri="{FF2B5EF4-FFF2-40B4-BE49-F238E27FC236}">
                <a16:creationId xmlns:a16="http://schemas.microsoft.com/office/drawing/2014/main" id="{3C3730E5-61EB-7405-CC85-AB04242CDBC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2763500" y="576072"/>
            <a:ext cx="1216152" cy="1216152"/>
          </a:xfrm>
        </p:spPr>
        <p:txBody>
          <a:bodyPr anchor="ctr"/>
          <a:lstStyle>
            <a:lvl1pPr algn="ctr">
              <a:defRPr sz="16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1DA3C4-E728-0E45-C91D-8EDF4B495F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763500" y="2476500"/>
            <a:ext cx="6667500" cy="3048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1pPr>
            <a:lvl2pPr marL="402336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2pPr>
            <a:lvl3pPr marL="804672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3pPr>
            <a:lvl4pPr marL="1115568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6" name="Straight Connector 15" descr="Horizontal row divider">
            <a:extLst>
              <a:ext uri="{FF2B5EF4-FFF2-40B4-BE49-F238E27FC236}">
                <a16:creationId xmlns:a16="http://schemas.microsoft.com/office/drawing/2014/main" id="{9C5483A0-0E31-72CE-21C3-6248FAEBC09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568325" y="6096000"/>
            <a:ext cx="23244175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Picture Placeholder 16" descr="Place pictogram here">
            <a:extLst>
              <a:ext uri="{FF2B5EF4-FFF2-40B4-BE49-F238E27FC236}">
                <a16:creationId xmlns:a16="http://schemas.microsoft.com/office/drawing/2014/main" id="{62C94928-6A9B-2EA7-301C-71E5F2547C8A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76072" y="6473951"/>
            <a:ext cx="1216152" cy="1216152"/>
          </a:xfrm>
        </p:spPr>
        <p:txBody>
          <a:bodyPr anchor="ctr"/>
          <a:lstStyle>
            <a:lvl1pPr algn="ctr">
              <a:defRPr sz="16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0565063-698E-31B0-B619-B99A9A0B3D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76072" y="8385048"/>
            <a:ext cx="6670676" cy="3048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1pPr>
            <a:lvl2pPr marL="402336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2pPr>
            <a:lvl3pPr marL="804672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3pPr>
            <a:lvl4pPr marL="1115568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18" descr="Place pictogram here">
            <a:extLst>
              <a:ext uri="{FF2B5EF4-FFF2-40B4-BE49-F238E27FC236}">
                <a16:creationId xmlns:a16="http://schemas.microsoft.com/office/drawing/2014/main" id="{2E840026-2FAF-826F-DCFD-3FF0082B082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63500" y="6477000"/>
            <a:ext cx="1216152" cy="1216152"/>
          </a:xfrm>
        </p:spPr>
        <p:txBody>
          <a:bodyPr anchor="ctr"/>
          <a:lstStyle>
            <a:lvl1pPr algn="ctr">
              <a:defRPr sz="16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4E44FFD-1EB7-1873-F6D1-67DE839EF09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763501" y="8382000"/>
            <a:ext cx="6667500" cy="3048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1pPr>
            <a:lvl2pPr marL="402336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2pPr>
            <a:lvl3pPr marL="804672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3pPr>
            <a:lvl4pPr marL="1115568" indent="-402336"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07BB90E-D2B7-D6BA-E8F5-B16C3F57F6F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FDDCE3A8-54F6-70FC-38D0-2AF2D8AB71E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496384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76072" y="576072"/>
            <a:ext cx="4956175" cy="1141412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1682496"/>
            <a:ext cx="5715000" cy="2276856"/>
          </a:xfrm>
        </p:spPr>
        <p:txBody>
          <a:bodyPr/>
          <a:lstStyle>
            <a:lvl1pPr>
              <a:lnSpc>
                <a:spcPct val="1100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5024" y="576072"/>
            <a:ext cx="495300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500" y="576072"/>
            <a:ext cx="495935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763500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859500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E92126-B67C-8301-95D0-A821B804399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33241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76072" y="576072"/>
            <a:ext cx="4956175" cy="448056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1527048"/>
            <a:ext cx="11044239" cy="2276856"/>
          </a:xfrm>
        </p:spPr>
        <p:txBody>
          <a:bodyPr rIns="457200"/>
          <a:lstStyle>
            <a:lvl1pPr>
              <a:lnSpc>
                <a:spcPct val="11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3500" y="569913"/>
            <a:ext cx="495300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500" y="569913"/>
            <a:ext cx="495935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763500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859500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810613"/>
      </p:ext>
    </p:extLst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horizontal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56175" cy="4573587"/>
          </a:xfrm>
        </p:spPr>
        <p:txBody>
          <a:bodyPr/>
          <a:lstStyle>
            <a:lvl1pPr>
              <a:lnSpc>
                <a:spcPct val="10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6656832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3241" y="6667501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7760" y="6667501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6667501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D0BCD34-4CA7-388C-5244-7DC8F9F36FA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62297"/>
      </p:ext>
    </p:extLst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horizontal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50589" cy="4573587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6072" y="6656832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69591" y="6667501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7760" y="6667501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859500" y="6667501"/>
            <a:ext cx="4949825" cy="534491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238163DF-77AB-875A-C8AC-2F8AEABFB85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828484"/>
      </p:ext>
    </p:extLst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4573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B1D44C30-196F-B4B1-540A-E556579735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665976" y="576072"/>
            <a:ext cx="495300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3500" y="576072"/>
            <a:ext cx="495300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8859500" y="576072"/>
            <a:ext cx="4959350" cy="5145087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B1A268B-43F5-F600-93B7-6248877F5D3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69151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763500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859500" y="6667500"/>
            <a:ext cx="4953000" cy="4953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A4BD59-9F51-7E32-8659-A763D0799EB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180E7AB4-F0E4-7C09-7FE7-9F182217FE0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056091"/>
      </p:ext>
    </p:extLst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ico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2859087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24" name="Straight Connector 23" descr="Vertical column divider">
            <a:extLst>
              <a:ext uri="{FF2B5EF4-FFF2-40B4-BE49-F238E27FC236}">
                <a16:creationId xmlns:a16="http://schemas.microsoft.com/office/drawing/2014/main" id="{B5CBE6E3-0E18-8A57-578D-D314948AF14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6096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Picture Placeholder 15" descr="Place icon here">
            <a:extLst>
              <a:ext uri="{FF2B5EF4-FFF2-40B4-BE49-F238E27FC236}">
                <a16:creationId xmlns:a16="http://schemas.microsoft.com/office/drawing/2014/main" id="{DD1F0C48-79E5-E356-43FC-0FCF2DE89A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667500" y="576072"/>
            <a:ext cx="402336" cy="4032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67500" y="1333500"/>
            <a:ext cx="4951413" cy="3810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8" name="Straight Connector 27" descr="Vertical column divider">
            <a:extLst>
              <a:ext uri="{FF2B5EF4-FFF2-40B4-BE49-F238E27FC236}">
                <a16:creationId xmlns:a16="http://schemas.microsoft.com/office/drawing/2014/main" id="{52FF3B59-8BBA-8C99-9D4D-743723E434F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2188952" y="566928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Picture Placeholder 15" descr="Place icon here">
            <a:extLst>
              <a:ext uri="{FF2B5EF4-FFF2-40B4-BE49-F238E27FC236}">
                <a16:creationId xmlns:a16="http://schemas.microsoft.com/office/drawing/2014/main" id="{18E9E323-0756-7849-8F52-19C58A517BD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63501" y="576072"/>
            <a:ext cx="402336" cy="4032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763501" y="1333500"/>
            <a:ext cx="4953000" cy="3810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7" name="Straight Connector 26" descr="Vertical column divider">
            <a:extLst>
              <a:ext uri="{FF2B5EF4-FFF2-40B4-BE49-F238E27FC236}">
                <a16:creationId xmlns:a16="http://schemas.microsoft.com/office/drawing/2014/main" id="{47200B05-7E36-4E03-3739-0BA98376461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Picture Placeholder 15" descr="Place icon here">
            <a:extLst>
              <a:ext uri="{FF2B5EF4-FFF2-40B4-BE49-F238E27FC236}">
                <a16:creationId xmlns:a16="http://schemas.microsoft.com/office/drawing/2014/main" id="{7C3BFFDB-5499-B3D7-98B2-1ABDA7D5C9D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18859501" y="576072"/>
            <a:ext cx="402336" cy="4032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859501" y="1333500"/>
            <a:ext cx="4953000" cy="3810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3" name="Straight Connector 22" descr="Horizontal row divider">
            <a:extLst>
              <a:ext uri="{FF2B5EF4-FFF2-40B4-BE49-F238E27FC236}">
                <a16:creationId xmlns:a16="http://schemas.microsoft.com/office/drawing/2014/main" id="{252CDB94-BA57-B58F-95F0-D406FE34BB4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096000" y="6096000"/>
            <a:ext cx="17722850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Picture Placeholder 15" descr="Place icon here">
            <a:extLst>
              <a:ext uri="{FF2B5EF4-FFF2-40B4-BE49-F238E27FC236}">
                <a16:creationId xmlns:a16="http://schemas.microsoft.com/office/drawing/2014/main" id="{C00295A2-8D30-455D-EBB9-FA7A4679193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667500" y="6694631"/>
            <a:ext cx="402336" cy="4032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67500" y="7429500"/>
            <a:ext cx="4951413" cy="3810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Picture Placeholder 15" descr="Place icon here">
            <a:extLst>
              <a:ext uri="{FF2B5EF4-FFF2-40B4-BE49-F238E27FC236}">
                <a16:creationId xmlns:a16="http://schemas.microsoft.com/office/drawing/2014/main" id="{F30F0F2C-CA19-3A79-4375-EB8A00FA887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2763501" y="6694631"/>
            <a:ext cx="402336" cy="4032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763501" y="7429500"/>
            <a:ext cx="4951413" cy="379268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15" descr="Place icon here">
            <a:extLst>
              <a:ext uri="{FF2B5EF4-FFF2-40B4-BE49-F238E27FC236}">
                <a16:creationId xmlns:a16="http://schemas.microsoft.com/office/drawing/2014/main" id="{9354D8C6-F61D-3FC1-07F8-FEE730E2D7A8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18859501" y="6694631"/>
            <a:ext cx="402336" cy="4032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8859501" y="7429500"/>
            <a:ext cx="4953000" cy="3810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1pPr>
            <a:lvl2pPr marL="219456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2pPr>
            <a:lvl3pPr marL="438912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3pPr>
            <a:lvl4pPr marL="658368" indent="-219456"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A430D6-E733-E611-E1EF-A795D0B0362A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A0B46D22-64E6-4222-F4E2-B807A7A1528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205542"/>
      </p:ext>
    </p:extLst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alternate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E52F-EEA1-D56F-5E7A-C1983151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384048"/>
            <a:ext cx="11039475" cy="3413126"/>
          </a:xfrm>
        </p:spPr>
        <p:txBody>
          <a:bodyPr rIns="457200"/>
          <a:lstStyle>
            <a:lvl1pPr>
              <a:lnSpc>
                <a:spcPct val="10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20" name="Straight Connector 19" descr="Vertical column divider">
            <a:extLst>
              <a:ext uri="{FF2B5EF4-FFF2-40B4-BE49-F238E27FC236}">
                <a16:creationId xmlns:a16="http://schemas.microsoft.com/office/drawing/2014/main" id="{F764036E-86AB-0893-B72B-200B84A6BC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2188952" y="566928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534223-A15F-A9E6-C7FA-95FFDF117A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763500" y="576072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9" name="Straight Connector 18" descr="Vertical column divider">
            <a:extLst>
              <a:ext uri="{FF2B5EF4-FFF2-40B4-BE49-F238E27FC236}">
                <a16:creationId xmlns:a16="http://schemas.microsoft.com/office/drawing/2014/main" id="{B87B78A1-A315-98D3-1692-18AAAF4C600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1675E3B-BB72-1CF2-CC6C-1977AEAF59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862675" y="576072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6" name="Straight Connector 15" descr="Horizontal row divider">
            <a:extLst>
              <a:ext uri="{FF2B5EF4-FFF2-40B4-BE49-F238E27FC236}">
                <a16:creationId xmlns:a16="http://schemas.microsoft.com/office/drawing/2014/main" id="{4F455E69-0B51-1D31-E569-651079398D3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74675" y="6096000"/>
            <a:ext cx="23244175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75681CC4-265E-A18C-1C70-60E527BC62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76072" y="6665976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 descr="Vertical column divider">
            <a:extLst>
              <a:ext uri="{FF2B5EF4-FFF2-40B4-BE49-F238E27FC236}">
                <a16:creationId xmlns:a16="http://schemas.microsoft.com/office/drawing/2014/main" id="{54C560F4-CB2D-6B04-588B-57BB4D4E6DC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096000" y="6096000"/>
            <a:ext cx="0" cy="590550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234ED4-217E-BF9B-FDEE-0BE07F831E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7500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258F0BD-A5CC-CECC-5230-86FB175FD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763500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9573D61-18CF-FC91-A019-041D3206D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862675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5ACE3-ACF8-D072-E98D-B30BD47D081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25C7A71B-E65D-0A5D-606D-9F95D5AC6BE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512172"/>
      </p:ext>
    </p:extLst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alternate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E52F-EEA1-D56F-5E7A-C1983151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3413126"/>
          </a:xfrm>
        </p:spPr>
        <p:txBody>
          <a:bodyPr rIns="0"/>
          <a:lstStyle>
            <a:lvl1pPr>
              <a:lnSpc>
                <a:spcPct val="1100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20" name="Straight Connector 19" descr="Vertical column divider">
            <a:extLst>
              <a:ext uri="{FF2B5EF4-FFF2-40B4-BE49-F238E27FC236}">
                <a16:creationId xmlns:a16="http://schemas.microsoft.com/office/drawing/2014/main" id="{F764036E-86AB-0893-B72B-200B84A6BC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2188952" y="566928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534223-A15F-A9E6-C7FA-95FFDF117A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763500" y="576072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9" name="Straight Connector 18" descr="Vertical column divider">
            <a:extLst>
              <a:ext uri="{FF2B5EF4-FFF2-40B4-BE49-F238E27FC236}">
                <a16:creationId xmlns:a16="http://schemas.microsoft.com/office/drawing/2014/main" id="{B87B78A1-A315-98D3-1692-18AAAF4C600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 userDrawn="1"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1675E3B-BB72-1CF2-CC6C-1977AEAF59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862675" y="576072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6" name="Straight Connector 15" descr="Horizontal row divider">
            <a:extLst>
              <a:ext uri="{FF2B5EF4-FFF2-40B4-BE49-F238E27FC236}">
                <a16:creationId xmlns:a16="http://schemas.microsoft.com/office/drawing/2014/main" id="{4F455E69-0B51-1D31-E569-651079398D3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74675" y="6096000"/>
            <a:ext cx="23244175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75681CC4-265E-A18C-1C70-60E527BC62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0160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 descr="Vertical column divider">
            <a:extLst>
              <a:ext uri="{FF2B5EF4-FFF2-40B4-BE49-F238E27FC236}">
                <a16:creationId xmlns:a16="http://schemas.microsoft.com/office/drawing/2014/main" id="{54C560F4-CB2D-6B04-588B-57BB4D4E6DC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096000" y="6096000"/>
            <a:ext cx="0" cy="590550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234ED4-217E-BF9B-FDEE-0BE07F831E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7500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258F0BD-A5CC-CECC-5230-86FB175FD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763500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9573D61-18CF-FC91-A019-041D3206D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862675" y="6667500"/>
            <a:ext cx="4953000" cy="4954587"/>
          </a:xfrm>
        </p:spPr>
        <p:txBody>
          <a:bodyPr/>
          <a:lstStyle>
            <a:lvl1pPr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5ACE3-ACF8-D072-E98D-B30BD47D081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8DA00F4-B5C9-B0CB-71F8-ED123EAA68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2167"/>
      </p:ext>
    </p:extLst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6072" y="3429000"/>
            <a:ext cx="4956175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67500" y="3429000"/>
            <a:ext cx="4951413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Picture Placeholder 10" descr="Place imagery here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2763500" y="569913"/>
            <a:ext cx="11049000" cy="12574587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77F84A-1700-568D-FF6C-C74EAF713E1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4836230"/>
      </p:ext>
    </p:extLst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ble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5EDE688-75EF-DA04-F0B3-24F53FFC6B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76072" y="3429000"/>
            <a:ext cx="4956175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Picture Placeholder 11" descr="Place imagery here">
            <a:extLst>
              <a:ext uri="{FF2B5EF4-FFF2-40B4-BE49-F238E27FC236}">
                <a16:creationId xmlns:a16="http://schemas.microsoft.com/office/drawing/2014/main" id="{DE390102-FDF4-C834-3F45-02B57A70AD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0" y="0"/>
            <a:ext cx="18291175" cy="137160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75B039-5865-7356-B725-0FF3C8F73E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23555959" y="12896848"/>
            <a:ext cx="256541" cy="2540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154425"/>
      </p:ext>
    </p:extLst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6072" y="3429000"/>
            <a:ext cx="4956175" cy="8572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CC70703B-65B6-4B78-8B7C-73857A06C3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667500" y="565151"/>
            <a:ext cx="17151350" cy="12579349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8C6A11-84D9-C1BA-F3C9-2E9D1A288B2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768506"/>
      </p:ext>
    </p:extLst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ble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 descr="Place imagery here">
            <a:extLst>
              <a:ext uri="{FF2B5EF4-FFF2-40B4-BE49-F238E27FC236}">
                <a16:creationId xmlns:a16="http://schemas.microsoft.com/office/drawing/2014/main" id="{F6679120-DB81-97FD-CD5A-00DC1F5E66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" y="0"/>
            <a:ext cx="24387174" cy="13715999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C9F466-AC9D-B311-5655-93E326ED59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23555959" y="12896848"/>
            <a:ext cx="256541" cy="2540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270910"/>
      </p:ext>
    </p:extLst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 descr="Place imagery here">
            <a:extLst>
              <a:ext uri="{FF2B5EF4-FFF2-40B4-BE49-F238E27FC236}">
                <a16:creationId xmlns:a16="http://schemas.microsoft.com/office/drawing/2014/main" id="{34239CCE-9A38-90E1-F860-FF40FBDA240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68325" y="569913"/>
            <a:ext cx="23244175" cy="12580936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7694905"/>
      </p:ext>
    </p:extLst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558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7" descr="Place bio portrait here">
            <a:extLst>
              <a:ext uri="{FF2B5EF4-FFF2-40B4-BE49-F238E27FC236}">
                <a16:creationId xmlns:a16="http://schemas.microsoft.com/office/drawing/2014/main" id="{E889D859-F4A1-3E97-F05E-8D134A25B9F2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76072" y="2667000"/>
            <a:ext cx="2473325" cy="2476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429000" y="2667000"/>
            <a:ext cx="5708650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Picture Placeholder 7" descr="Place bio portrait here">
            <a:extLst>
              <a:ext uri="{FF2B5EF4-FFF2-40B4-BE49-F238E27FC236}">
                <a16:creationId xmlns:a16="http://schemas.microsoft.com/office/drawing/2014/main" id="{AB8510EE-4140-AEDB-B7AB-EF1D4B72D2A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76072" y="6121400"/>
            <a:ext cx="2473325" cy="247650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0" y="6121400"/>
            <a:ext cx="5708650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7" descr="Place bio portrait here">
            <a:extLst>
              <a:ext uri="{FF2B5EF4-FFF2-40B4-BE49-F238E27FC236}">
                <a16:creationId xmlns:a16="http://schemas.microsoft.com/office/drawing/2014/main" id="{3F048335-9A0B-2C1F-47A6-67051F20075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6072" y="9525000"/>
            <a:ext cx="2473325" cy="247650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29000" y="9525001"/>
            <a:ext cx="5708650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7" descr="Place bio portrait here">
            <a:extLst>
              <a:ext uri="{FF2B5EF4-FFF2-40B4-BE49-F238E27FC236}">
                <a16:creationId xmlns:a16="http://schemas.microsoft.com/office/drawing/2014/main" id="{F94AC7E0-2DC4-5DEB-8E1E-2F27996F98E6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2757150" y="2667000"/>
            <a:ext cx="2473325" cy="247650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5617825" y="2667000"/>
            <a:ext cx="5708650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7" descr="Place bio portrait here">
            <a:extLst>
              <a:ext uri="{FF2B5EF4-FFF2-40B4-BE49-F238E27FC236}">
                <a16:creationId xmlns:a16="http://schemas.microsoft.com/office/drawing/2014/main" id="{A33F8C74-1D30-FEA9-4F3C-636531C8614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12757150" y="6121400"/>
            <a:ext cx="2473325" cy="247650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5617825" y="6121400"/>
            <a:ext cx="5708650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7" descr="Place bio portrait here">
            <a:extLst>
              <a:ext uri="{FF2B5EF4-FFF2-40B4-BE49-F238E27FC236}">
                <a16:creationId xmlns:a16="http://schemas.microsoft.com/office/drawing/2014/main" id="{2E690121-61A1-708E-E5B8-5B65A668E62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2757150" y="9525000"/>
            <a:ext cx="2473325" cy="247650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2438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5617825" y="9525001"/>
            <a:ext cx="5708650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1pPr>
            <a:lvl2pPr marL="256032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2pPr>
            <a:lvl3pPr marL="512064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3pPr>
            <a:lvl4pPr marL="768096" indent="-256032"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D83A84-CCD3-C297-7314-225B96D47D6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4870601-E9CA-9D0E-804F-2A7353CE534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719277"/>
      </p:ext>
    </p:extLst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4573587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B3D8D357-75A1-F4FD-F531-380CF7DE4340}"/>
              </a:ext>
            </a:extLst>
          </p:cNvPr>
          <p:cNvSpPr>
            <a:spLocks noGrp="1"/>
          </p:cNvSpPr>
          <p:nvPr>
            <p:ph type="tbl" sz="quarter" idx="11"/>
          </p:nvPr>
        </p:nvSpPr>
        <p:spPr>
          <a:xfrm>
            <a:off x="6667500" y="569913"/>
            <a:ext cx="17145000" cy="11431587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8A8EE3-1224-3A4B-8A9E-611D8DCF629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7989FA07-F7B7-BE4B-581F-7BE47BBA605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29029"/>
      </p:ext>
    </p:extLst>
  </p:cSld>
  <p:clrMapOvr>
    <a:masterClrMapping/>
  </p:clrMapOvr>
  <p:transition spd="med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6072" y="384048"/>
            <a:ext cx="4956175" cy="2859087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859500" y="569913"/>
            <a:ext cx="4953000" cy="11431587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46304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292608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438912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 dirty="0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187956"/>
      </p:ext>
    </p:extLst>
  </p:cSld>
  <p:clrMapOvr>
    <a:masterClrMapping/>
  </p:clrMapOvr>
  <p:transition spd="med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576072"/>
            <a:ext cx="4949825" cy="1527048"/>
          </a:xfrm>
        </p:spPr>
        <p:txBody>
          <a:bodyPr/>
          <a:lstStyle>
            <a:lvl1pPr>
              <a:lnSpc>
                <a:spcPct val="110000"/>
              </a:lnSpc>
              <a:defRPr sz="2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05039"/>
      </p:ext>
    </p:extLst>
  </p:cSld>
  <p:clrMapOvr>
    <a:masterClrMapping/>
  </p:clrMapOvr>
  <p:transition spd="med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6072" y="384048"/>
            <a:ext cx="4956175" cy="2859087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6400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6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54E531DA-4051-706E-065B-21A0391415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763500" y="569913"/>
            <a:ext cx="4953000" cy="11431587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46304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292608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438912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 dirty="0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859500" y="569913"/>
            <a:ext cx="4953000" cy="11431587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146304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292608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438912" indent="-146304"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 dirty="0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81024" y="12804775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CAD686F0-BF95-1E62-61EC-96790733887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3541592" y="12938838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6161"/>
      </p:ext>
    </p:extLst>
  </p:cSld>
  <p:clrMapOvr>
    <a:masterClrMapping/>
  </p:clrMapOvr>
  <p:transition spd="med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10465371" y="6168460"/>
            <a:ext cx="3456432" cy="1379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384914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541592" y="12939014"/>
            <a:ext cx="270908" cy="2462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1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576072" y="576072"/>
            <a:ext cx="22590125" cy="2651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574675" y="3327399"/>
            <a:ext cx="22590125" cy="8669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8324" y="12804235"/>
            <a:ext cx="4956176" cy="381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Qiskit Fall Fest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903126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44" r:id="rId1"/>
    <p:sldLayoutId id="2147483904" r:id="rId2"/>
    <p:sldLayoutId id="2147483905" r:id="rId3"/>
    <p:sldLayoutId id="2147483901" r:id="rId4"/>
    <p:sldLayoutId id="2147483692" r:id="rId5"/>
    <p:sldLayoutId id="2147483906" r:id="rId6"/>
    <p:sldLayoutId id="2147483907" r:id="rId7"/>
    <p:sldLayoutId id="2147483910" r:id="rId8"/>
    <p:sldLayoutId id="2147483908" r:id="rId9"/>
    <p:sldLayoutId id="2147483909" r:id="rId10"/>
    <p:sldLayoutId id="2147483912" r:id="rId11"/>
    <p:sldLayoutId id="2147483914" r:id="rId12"/>
    <p:sldLayoutId id="2147483915" r:id="rId13"/>
    <p:sldLayoutId id="2147483913" r:id="rId14"/>
    <p:sldLayoutId id="2147483917" r:id="rId15"/>
    <p:sldLayoutId id="2147483942" r:id="rId16"/>
    <p:sldLayoutId id="2147483919" r:id="rId17"/>
    <p:sldLayoutId id="2147483929" r:id="rId18"/>
    <p:sldLayoutId id="2147483920" r:id="rId19"/>
    <p:sldLayoutId id="2147483930" r:id="rId20"/>
    <p:sldLayoutId id="2147483928" r:id="rId21"/>
    <p:sldLayoutId id="2147483948" r:id="rId22"/>
    <p:sldLayoutId id="2147483927" r:id="rId23"/>
    <p:sldLayoutId id="2147483950" r:id="rId24"/>
    <p:sldLayoutId id="2147483921" r:id="rId25"/>
    <p:sldLayoutId id="2147483916" r:id="rId26"/>
    <p:sldLayoutId id="2147483922" r:id="rId27"/>
    <p:sldLayoutId id="2147483953" r:id="rId28"/>
    <p:sldLayoutId id="2147483956" r:id="rId29"/>
    <p:sldLayoutId id="2147483923" r:id="rId30"/>
    <p:sldLayoutId id="2147483924" r:id="rId31"/>
    <p:sldLayoutId id="2147483926" r:id="rId32"/>
    <p:sldLayoutId id="2147483925" r:id="rId33"/>
    <p:sldLayoutId id="2147483959" r:id="rId34"/>
    <p:sldLayoutId id="2147483937" r:id="rId35"/>
    <p:sldLayoutId id="2147483932" r:id="rId36"/>
    <p:sldLayoutId id="2147483934" r:id="rId37"/>
    <p:sldLayoutId id="2147483935" r:id="rId38"/>
    <p:sldLayoutId id="2147483936" r:id="rId39"/>
    <p:sldLayoutId id="2147483938" r:id="rId40"/>
    <p:sldLayoutId id="2147483939" r:id="rId41"/>
    <p:sldLayoutId id="2147483940" r:id="rId42"/>
    <p:sldLayoutId id="2147483943" r:id="rId43"/>
    <p:sldLayoutId id="2147483960" r:id="rId44"/>
    <p:sldLayoutId id="2147483941" r:id="rId45"/>
  </p:sldLayoutIdLst>
  <p:transition spd="med"/>
  <p:hf hdr="0" dt="0"/>
  <p:txStyles>
    <p:titleStyle>
      <a:lvl1pPr marL="0" marR="0" indent="0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362568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725139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1087706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1450276" algn="l" defTabSz="2438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2438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329184" marR="0" indent="-329184" algn="l" defTabSz="2438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36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658368" marR="0" indent="-329184" algn="l" defTabSz="2438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987552" marR="0" indent="-329184" algn="l" defTabSz="2438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36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1143000" marR="0" indent="-457200" algn="l" defTabSz="2438400" rtl="0" eaLnBrk="1" latinLnBrk="0" hangingPunct="1">
        <a:lnSpc>
          <a:spcPct val="110000"/>
        </a:lnSpc>
        <a:spcBef>
          <a:spcPts val="290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1843060" marR="0" indent="-389009" algn="l" defTabSz="2438400" rtl="0" eaLnBrk="1" latinLnBrk="0" hangingPunct="1">
        <a:lnSpc>
          <a:spcPct val="100000"/>
        </a:lnSpc>
        <a:spcBef>
          <a:spcPts val="2900"/>
        </a:spcBef>
        <a:spcAft>
          <a:spcPts val="0"/>
        </a:spcAft>
        <a:buClrTx/>
        <a:buSzPct val="100000"/>
        <a:buFontTx/>
        <a:buChar char="»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2205631" marR="0" indent="-389009" algn="l" defTabSz="2438400" rtl="0" eaLnBrk="1" latinLnBrk="0" hangingPunct="1">
        <a:lnSpc>
          <a:spcPct val="100000"/>
        </a:lnSpc>
        <a:spcBef>
          <a:spcPts val="2900"/>
        </a:spcBef>
        <a:spcAft>
          <a:spcPts val="0"/>
        </a:spcAft>
        <a:buClrTx/>
        <a:buSzPct val="100000"/>
        <a:buFontTx/>
        <a:buChar char="»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2568200" marR="0" indent="-389009" algn="l" defTabSz="2438400" rtl="0" eaLnBrk="1" latinLnBrk="0" hangingPunct="1">
        <a:lnSpc>
          <a:spcPct val="100000"/>
        </a:lnSpc>
        <a:spcBef>
          <a:spcPts val="2900"/>
        </a:spcBef>
        <a:spcAft>
          <a:spcPts val="0"/>
        </a:spcAft>
        <a:buClrTx/>
        <a:buSzPct val="100000"/>
        <a:buFontTx/>
        <a:buChar char="»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2930769" marR="0" indent="-389009" algn="l" defTabSz="2438400" rtl="0" eaLnBrk="1" latinLnBrk="0" hangingPunct="1">
        <a:lnSpc>
          <a:spcPct val="100000"/>
        </a:lnSpc>
        <a:spcBef>
          <a:spcPts val="2900"/>
        </a:spcBef>
        <a:spcAft>
          <a:spcPts val="0"/>
        </a:spcAft>
        <a:buClrTx/>
        <a:buSzPct val="100000"/>
        <a:buFontTx/>
        <a:buChar char="»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342991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685982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1028974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1371965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1714956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2057948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2400940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2743931" algn="r" defTabSz="1829287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0F62FE"/>
          </p15:clr>
        </p15:guide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7" orient="horz" pos="2160">
          <p15:clr>
            <a:srgbClr val="0F62FE"/>
          </p15:clr>
        </p15:guide>
        <p15:guide id="19" orient="horz" pos="3240">
          <p15:clr>
            <a:srgbClr val="EE5396"/>
          </p15:clr>
        </p15:guide>
        <p15:guide id="20" orient="horz" pos="1080" userDrawn="1">
          <p15:clr>
            <a:srgbClr val="EE5396"/>
          </p15:clr>
        </p15:guide>
        <p15:guide id="21" orient="horz" pos="364">
          <p15:clr>
            <a:srgbClr val="EE5396"/>
          </p15:clr>
        </p15:guide>
        <p15:guide id="22" orient="horz" pos="5400">
          <p15:clr>
            <a:srgbClr val="EE5396"/>
          </p15:clr>
        </p15:guide>
        <p15:guide id="24" orient="horz" pos="7557">
          <p15:clr>
            <a:srgbClr val="EE5396"/>
          </p15:clr>
        </p15:guide>
        <p15:guide id="25" orient="horz" pos="8273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28" orient="horz" pos="6480">
          <p15:clr>
            <a:srgbClr val="0F62FE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468565-7F8C-02B2-C023-76DFC301D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08D1FA-790B-BE98-6D1F-5A6EAB6BEB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rgbClr val="697077"/>
                </a:solidFill>
                <a:latin typeface="IBM Plex Mono" panose="020B0509050203000203" pitchFamily="49" charset="77"/>
              </a:rPr>
              <a:t>QAP Seminar May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67EB306-8B59-F739-1EC6-FA841CDAE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tx1"/>
                </a:solidFill>
              </a:rPr>
              <a:t>Qiskit</a:t>
            </a:r>
            <a:r>
              <a:rPr lang="en-US" dirty="0">
                <a:solidFill>
                  <a:schemeClr val="tx1"/>
                </a:solidFill>
              </a:rPr>
              <a:t> Fall Fest 2025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Event and Outcomes</a:t>
            </a:r>
            <a:br>
              <a:rPr lang="en-US" dirty="0">
                <a:solidFill>
                  <a:schemeClr val="tx1"/>
                </a:solidFill>
                <a:latin typeface="+mj-lt"/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73635637-1E5E-106A-A762-CEC4372BF058}"/>
              </a:ext>
            </a:extLst>
          </p:cNvPr>
          <p:cNvSpPr txBox="1">
            <a:spLocks/>
          </p:cNvSpPr>
          <p:nvPr/>
        </p:nvSpPr>
        <p:spPr>
          <a:xfrm>
            <a:off x="568325" y="6858000"/>
            <a:ext cx="8431296" cy="1222512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en-US"/>
            </a:defPPr>
            <a:lvl1pPr marL="0" algn="l" defTabSz="1829379" rtl="0" eaLnBrk="1" latinLnBrk="0" hangingPunct="1">
              <a:defRPr sz="1600" b="0" i="0" kern="120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914688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9379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4068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8759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3447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8138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2827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7518" algn="l" defTabSz="1829379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IBM Plex Sans Medm" panose="020B0503050203000203" pitchFamily="34" charset="0"/>
              </a:rPr>
              <a:t>Natalie</a:t>
            </a:r>
            <a:r>
              <a:rPr lang="en-US" sz="2800" dirty="0">
                <a:effectLst/>
                <a:latin typeface="IBM Plex Sans Medm" panose="020B0503050203000203" pitchFamily="34" charset="0"/>
              </a:rPr>
              <a:t> </a:t>
            </a:r>
            <a:r>
              <a:rPr lang="en-US" sz="2800" dirty="0">
                <a:latin typeface="IBM Plex Sans Medm" panose="020B0503050203000203" pitchFamily="34" charset="0"/>
              </a:rPr>
              <a:t>Hawkins</a:t>
            </a:r>
            <a:br>
              <a:rPr lang="en-US" sz="2800" dirty="0">
                <a:effectLst/>
                <a:latin typeface="IBM Plex Sans Light" panose="020B0403050203000203" pitchFamily="34" charset="0"/>
              </a:rPr>
            </a:br>
            <a:r>
              <a:rPr lang="en-US" sz="2800" dirty="0">
                <a:latin typeface="IBM Plex Sans Light" panose="020B0403050203000203" pitchFamily="34" charset="0"/>
              </a:rPr>
              <a:t>Founder, QFF </a:t>
            </a:r>
            <a:r>
              <a:rPr lang="en-US" sz="2800" dirty="0">
                <a:effectLst/>
                <a:latin typeface="IBM Plex Sans Light" panose="020B0403050203000203" pitchFamily="34" charset="0"/>
              </a:rPr>
              <a:t>Lead Organizer</a:t>
            </a:r>
          </a:p>
          <a:p>
            <a:r>
              <a:rPr lang="en-US" sz="2800" dirty="0">
                <a:latin typeface="+mj-lt"/>
              </a:rPr>
              <a:t>Seattle Quantum Computing Meetup (2022-present)</a:t>
            </a:r>
            <a:br>
              <a:rPr lang="en-US" sz="2800" dirty="0">
                <a:effectLst/>
                <a:latin typeface="+mj-lt"/>
              </a:rPr>
            </a:br>
            <a:endParaRPr lang="en-US" sz="2800" dirty="0">
              <a:effectLst/>
              <a:latin typeface="+mj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471F0B-D9E0-C64D-108B-A65871DB2028}"/>
              </a:ext>
            </a:extLst>
          </p:cNvPr>
          <p:cNvSpPr txBox="1"/>
          <p:nvPr/>
        </p:nvSpPr>
        <p:spPr>
          <a:xfrm>
            <a:off x="22983568" y="-321276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444465" marR="0" lvl="0" indent="-446749" algn="l" defTabSz="2438400" rtl="0" eaLnBrk="1" fontAlgn="auto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/>
            </a:pPr>
            <a:endParaRPr kumimoji="0" lang="en-US" sz="3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/>
              <a:ea typeface="+mn-ea"/>
              <a:cs typeface="+mn-cs"/>
              <a:sym typeface="IBM Plex Sans Light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E8A9723-F35F-B44F-768D-D2BFC05825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5135" y="188681"/>
            <a:ext cx="9142040" cy="1352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24566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632D50B-E670-3E8D-4311-02C22747FD1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76072" y="576072"/>
            <a:ext cx="5997983" cy="448056"/>
          </a:xfrm>
        </p:spPr>
        <p:txBody>
          <a:bodyPr/>
          <a:lstStyle/>
          <a:p>
            <a:r>
              <a:rPr lang="en-US" dirty="0"/>
              <a:t>Summary of Event and Outcomes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486563-2B8E-BC80-D0D7-1ED571ACC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" y="1527048"/>
            <a:ext cx="11044239" cy="2276856"/>
          </a:xfrm>
        </p:spPr>
        <p:txBody>
          <a:bodyPr/>
          <a:lstStyle/>
          <a:p>
            <a:r>
              <a:rPr lang="en-US" dirty="0" err="1"/>
              <a:t>Qiskit</a:t>
            </a:r>
            <a:r>
              <a:rPr lang="en-US" dirty="0"/>
              <a:t> Fall Fest 2025, a Seattle Community Event</a:t>
            </a:r>
          </a:p>
        </p:txBody>
      </p: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CB780BAF-D571-686E-6AF1-9E6403F7421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/>
        </p:nvCxnSpPr>
        <p:spPr bwMode="auto">
          <a:xfrm>
            <a:off x="12192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A813D6-5ED6-9A38-316B-0E422FE225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763499" y="569913"/>
            <a:ext cx="5072111" cy="5145087"/>
          </a:xfrm>
        </p:spPr>
        <p:txBody>
          <a:bodyPr/>
          <a:lstStyle/>
          <a:p>
            <a:r>
              <a:rPr lang="en-US" dirty="0">
                <a:solidFill>
                  <a:srgbClr val="8A3FFC"/>
                </a:solidFill>
              </a:rPr>
              <a:t>The Numbers</a:t>
            </a:r>
          </a:p>
          <a:p>
            <a:endParaRPr lang="en-US" dirty="0"/>
          </a:p>
          <a:p>
            <a:r>
              <a:rPr lang="en-US" dirty="0"/>
              <a:t>Winning Certificates: 4</a:t>
            </a:r>
          </a:p>
          <a:p>
            <a:r>
              <a:rPr lang="en-US" dirty="0"/>
              <a:t>Participant Certificates: 18</a:t>
            </a:r>
          </a:p>
          <a:p>
            <a:endParaRPr lang="en-US" dirty="0"/>
          </a:p>
          <a:p>
            <a:r>
              <a:rPr lang="en-US" dirty="0"/>
              <a:t>Total Number of Registrants over 9 Events: 94</a:t>
            </a:r>
          </a:p>
          <a:p>
            <a:endParaRPr lang="en-US" dirty="0"/>
          </a:p>
          <a:p>
            <a:r>
              <a:rPr lang="en-US" i="1" dirty="0"/>
              <a:t>Stimulated: </a:t>
            </a:r>
            <a:r>
              <a:rPr lang="en-US" dirty="0"/>
              <a:t>sharing by the participants of their learning (Python talk, article, mentor, LI)</a:t>
            </a:r>
          </a:p>
          <a:p>
            <a:r>
              <a:rPr lang="en-US" dirty="0"/>
              <a:t> </a:t>
            </a:r>
          </a:p>
        </p:txBody>
      </p:sp>
      <p:cxnSp>
        <p:nvCxnSpPr>
          <p:cNvPr id="12" name="Straight Connector 11" descr="Vertical column divider">
            <a:extLst>
              <a:ext uri="{FF2B5EF4-FFF2-40B4-BE49-F238E27FC236}">
                <a16:creationId xmlns:a16="http://schemas.microsoft.com/office/drawing/2014/main" id="{64F68DF2-0445-D221-52E0-2D45AC03BB2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2FD26B-995C-97E5-79CE-C55473DED28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>
                <a:solidFill>
                  <a:srgbClr val="8A3FFC"/>
                </a:solidFill>
              </a:rPr>
              <a:t>The Events</a:t>
            </a:r>
          </a:p>
          <a:p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Qiskit</a:t>
            </a:r>
            <a:r>
              <a:rPr lang="en-US" dirty="0"/>
              <a:t> and QC 101</a:t>
            </a:r>
          </a:p>
          <a:p>
            <a:pPr marL="457200" indent="-457200">
              <a:buFontTx/>
              <a:buChar char="-"/>
            </a:pPr>
            <a:r>
              <a:rPr lang="en-US" dirty="0"/>
              <a:t>Kickoff</a:t>
            </a:r>
          </a:p>
          <a:p>
            <a:pPr marL="457200" indent="-457200">
              <a:buFontTx/>
              <a:buChar char="-"/>
            </a:pPr>
            <a:r>
              <a:rPr lang="en-US" dirty="0"/>
              <a:t>Happy Hour</a:t>
            </a:r>
          </a:p>
          <a:p>
            <a:pPr marL="457200" indent="-457200">
              <a:buFontTx/>
              <a:buChar char="-"/>
            </a:pPr>
            <a:r>
              <a:rPr lang="en-US" dirty="0"/>
              <a:t>Work Party</a:t>
            </a:r>
          </a:p>
          <a:p>
            <a:pPr marL="457200" indent="-457200">
              <a:buFontTx/>
              <a:buChar char="-"/>
            </a:pPr>
            <a:r>
              <a:rPr lang="en-US" dirty="0"/>
              <a:t>Physics Nobel Prize 2025</a:t>
            </a:r>
          </a:p>
          <a:p>
            <a:pPr marL="457200" indent="-457200">
              <a:buFontTx/>
              <a:buChar char="-"/>
            </a:pPr>
            <a:r>
              <a:rPr lang="en-US" dirty="0"/>
              <a:t>Beginner Notebook Walkthrough</a:t>
            </a:r>
          </a:p>
          <a:p>
            <a:pPr marL="457200" indent="-457200">
              <a:buFontTx/>
              <a:buChar char="-"/>
            </a:pPr>
            <a:r>
              <a:rPr lang="en-US" dirty="0"/>
              <a:t>Zoom Kickoff</a:t>
            </a:r>
          </a:p>
          <a:p>
            <a:pPr marL="457200" indent="-457200">
              <a:buFontTx/>
              <a:buChar char="-"/>
            </a:pPr>
            <a:r>
              <a:rPr lang="en-US" dirty="0"/>
              <a:t>Follow-up on Questions </a:t>
            </a:r>
          </a:p>
          <a:p>
            <a:endParaRPr lang="en-US" dirty="0"/>
          </a:p>
        </p:txBody>
      </p:sp>
      <p:cxnSp>
        <p:nvCxnSpPr>
          <p:cNvPr id="10" name="Straight Connector 9" descr="Horizontal row divider">
            <a:extLst>
              <a:ext uri="{FF2B5EF4-FFF2-40B4-BE49-F238E27FC236}">
                <a16:creationId xmlns:a16="http://schemas.microsoft.com/office/drawing/2014/main" id="{1726E15D-8A4D-A0F0-7BE7-24B3C22A916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/>
          <p:nvPr/>
        </p:nvCxnSpPr>
        <p:spPr bwMode="auto">
          <a:xfrm>
            <a:off x="12192000" y="6096000"/>
            <a:ext cx="1162202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855F095-493C-B2AA-49B7-76B27ED1B01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>
                <a:solidFill>
                  <a:srgbClr val="8A3FFC"/>
                </a:solidFill>
              </a:rPr>
              <a:t>The Participants</a:t>
            </a:r>
          </a:p>
          <a:p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Software Engineers</a:t>
            </a:r>
          </a:p>
          <a:p>
            <a:pPr marL="457200" indent="-457200">
              <a:buFontTx/>
              <a:buChar char="-"/>
            </a:pPr>
            <a:r>
              <a:rPr lang="en-US" dirty="0"/>
              <a:t>Project Managers</a:t>
            </a:r>
          </a:p>
          <a:p>
            <a:pPr marL="457200" indent="-457200">
              <a:buFontTx/>
              <a:buChar char="-"/>
            </a:pPr>
            <a:r>
              <a:rPr lang="en-US" dirty="0"/>
              <a:t>Quantum Curious</a:t>
            </a:r>
          </a:p>
          <a:p>
            <a:pPr marL="457200" indent="-457200">
              <a:buFontTx/>
              <a:buChar char="-"/>
            </a:pPr>
            <a:r>
              <a:rPr lang="en-US" dirty="0"/>
              <a:t>Community Mentor</a:t>
            </a:r>
          </a:p>
          <a:p>
            <a:pPr marL="457200" indent="-457200">
              <a:buFontTx/>
              <a:buChar char="-"/>
            </a:pPr>
            <a:r>
              <a:rPr lang="en-US" dirty="0"/>
              <a:t>Former </a:t>
            </a:r>
            <a:r>
              <a:rPr lang="en-US" dirty="0" err="1"/>
              <a:t>IBMer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36453F0-0A6C-C895-C568-77196B99C5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>
                <a:solidFill>
                  <a:srgbClr val="8A3FFC"/>
                </a:solidFill>
              </a:rPr>
              <a:t>Event Locations</a:t>
            </a:r>
          </a:p>
          <a:p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Seattle Public Library (5)</a:t>
            </a:r>
          </a:p>
          <a:p>
            <a:pPr marL="457200" indent="-457200">
              <a:buFontTx/>
              <a:buChar char="-"/>
            </a:pPr>
            <a:r>
              <a:rPr lang="en-US" dirty="0"/>
              <a:t>Community Center (1)</a:t>
            </a:r>
          </a:p>
          <a:p>
            <a:pPr marL="457200" indent="-457200">
              <a:buFontTx/>
              <a:buChar char="-"/>
            </a:pPr>
            <a:r>
              <a:rPr lang="en-US" dirty="0"/>
              <a:t>Local Brew House (1)</a:t>
            </a:r>
          </a:p>
          <a:p>
            <a:pPr marL="457200" indent="-457200">
              <a:buFontTx/>
              <a:buChar char="-"/>
            </a:pPr>
            <a:r>
              <a:rPr lang="en-US" dirty="0"/>
              <a:t>Meeting Space (1)</a:t>
            </a:r>
          </a:p>
          <a:p>
            <a:pPr marL="457200" indent="-457200">
              <a:buFontTx/>
              <a:buChar char="-"/>
            </a:pPr>
            <a:r>
              <a:rPr lang="en-US" dirty="0"/>
              <a:t>Zoom (1)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99B028-C63A-E86C-542E-0D7EC7BD6D8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029F7B-6BFD-7276-CC4B-877FEB89E6EE}"/>
              </a:ext>
            </a:extLst>
          </p:cNvPr>
          <p:cNvSpPr txBox="1"/>
          <p:nvPr/>
        </p:nvSpPr>
        <p:spPr>
          <a:xfrm>
            <a:off x="26273760" y="12649200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0EAE8A7-2D35-9469-9036-AE2D3D2B07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574675" y="10109200"/>
            <a:ext cx="1892300" cy="18923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5CD185-147A-C337-1A76-67FF580A4F33}"/>
              </a:ext>
            </a:extLst>
          </p:cNvPr>
          <p:cNvSpPr txBox="1"/>
          <p:nvPr/>
        </p:nvSpPr>
        <p:spPr>
          <a:xfrm>
            <a:off x="573151" y="6096000"/>
            <a:ext cx="9500135" cy="13980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defTabSz="2438400">
              <a:spcBef>
                <a:spcPts val="2900"/>
              </a:spcBef>
              <a:buSzPct val="100000"/>
            </a:pPr>
            <a:r>
              <a:rPr lang="en-US" kern="0" dirty="0">
                <a:solidFill>
                  <a:srgbClr val="BE95FF"/>
                </a:solidFill>
                <a:ea typeface="+mj-ea"/>
                <a:cs typeface="+mj-cs"/>
                <a:sym typeface="IBM Plex Sans Light"/>
              </a:rPr>
              <a:t>Schedule and materials:</a:t>
            </a:r>
          </a:p>
          <a:p>
            <a:pPr defTabSz="2438400">
              <a:spcBef>
                <a:spcPts val="2900"/>
              </a:spcBef>
              <a:buSzPct val="100000"/>
            </a:pPr>
            <a:r>
              <a:rPr lang="en-US" kern="0" dirty="0">
                <a:solidFill>
                  <a:srgbClr val="BE95FF"/>
                </a:solidFill>
                <a:ea typeface="+mj-ea"/>
                <a:cs typeface="+mj-cs"/>
                <a:sym typeface="IBM Plex Sans Light"/>
              </a:rPr>
              <a:t>https://github.com/SeattleQuantumComputingMeetup/qiskit_fall_fest_2025</a:t>
            </a:r>
          </a:p>
        </p:txBody>
      </p:sp>
    </p:spTree>
    <p:extLst>
      <p:ext uri="{BB962C8B-B14F-4D97-AF65-F5344CB8AC3E}">
        <p14:creationId xmlns:p14="http://schemas.microsoft.com/office/powerpoint/2010/main" val="2095677848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E72D-2E58-5FA9-35AF-EA3BF67E2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Why?</a:t>
            </a:r>
          </a:p>
        </p:txBody>
      </p:sp>
      <p:cxnSp>
        <p:nvCxnSpPr>
          <p:cNvPr id="10" name="Straight Connector 9" descr="Horizontal row divider">
            <a:extLst>
              <a:ext uri="{FF2B5EF4-FFF2-40B4-BE49-F238E27FC236}">
                <a16:creationId xmlns:a16="http://schemas.microsoft.com/office/drawing/2014/main" id="{F3C48B13-D468-45C9-5E8D-1CC3FCDBC286}"/>
              </a:ext>
            </a:extLst>
          </p:cNvPr>
          <p:cNvCxnSpPr/>
          <p:nvPr/>
        </p:nvCxnSpPr>
        <p:spPr bwMode="auto">
          <a:xfrm>
            <a:off x="568325" y="6096000"/>
            <a:ext cx="23244175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06A4A6-BFA6-4140-B1ED-1F00BB0D2D2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1</a:t>
            </a:r>
          </a:p>
          <a:p>
            <a:br>
              <a:rPr lang="en-US" dirty="0"/>
            </a:br>
            <a:r>
              <a:rPr lang="en-US" dirty="0"/>
              <a:t>I am all-in on Quantum Computing. </a:t>
            </a:r>
          </a:p>
        </p:txBody>
      </p: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6B527F30-F60A-AA2B-370A-41F9EF0116AE}"/>
              </a:ext>
            </a:extLst>
          </p:cNvPr>
          <p:cNvCxnSpPr>
            <a:cxnSpLocks/>
          </p:cNvCxnSpPr>
          <p:nvPr/>
        </p:nvCxnSpPr>
        <p:spPr bwMode="auto">
          <a:xfrm>
            <a:off x="6096000" y="6096000"/>
            <a:ext cx="0" cy="5870448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3EDFC4-C9C9-2112-4D9D-362541F5526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2</a:t>
            </a:r>
          </a:p>
          <a:p>
            <a:br>
              <a:rPr lang="en-US" dirty="0"/>
            </a:br>
            <a:r>
              <a:rPr lang="en-US" dirty="0"/>
              <a:t>I would like to attend something like this to learn more about QC and to meet other interested people.</a:t>
            </a:r>
          </a:p>
        </p:txBody>
      </p:sp>
      <p:cxnSp>
        <p:nvCxnSpPr>
          <p:cNvPr id="12" name="Straight Connector 11" descr="Vertical column divider">
            <a:extLst>
              <a:ext uri="{FF2B5EF4-FFF2-40B4-BE49-F238E27FC236}">
                <a16:creationId xmlns:a16="http://schemas.microsoft.com/office/drawing/2014/main" id="{79B6307B-3FFE-4197-344B-4318A0921143}"/>
              </a:ext>
            </a:extLst>
          </p:cNvPr>
          <p:cNvCxnSpPr>
            <a:cxnSpLocks/>
          </p:cNvCxnSpPr>
          <p:nvPr/>
        </p:nvCxnSpPr>
        <p:spPr bwMode="auto">
          <a:xfrm>
            <a:off x="12188952" y="6099048"/>
            <a:ext cx="0" cy="589063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8D3721-3096-C555-ADE3-C6C024CF3FA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3</a:t>
            </a:r>
          </a:p>
          <a:p>
            <a:br>
              <a:rPr lang="en-US" dirty="0"/>
            </a:br>
            <a:r>
              <a:rPr lang="en-US" dirty="0"/>
              <a:t>It didn’t exist.</a:t>
            </a:r>
          </a:p>
        </p:txBody>
      </p: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79653C59-D4EB-061B-BEE9-54F43A1A5BD7}"/>
              </a:ext>
            </a:extLst>
          </p:cNvPr>
          <p:cNvCxnSpPr>
            <a:cxnSpLocks/>
          </p:cNvCxnSpPr>
          <p:nvPr/>
        </p:nvCxnSpPr>
        <p:spPr bwMode="auto">
          <a:xfrm>
            <a:off x="18288000" y="6096000"/>
            <a:ext cx="0" cy="5868329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20DC560-FF7F-9500-14CC-65574A232B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sz="6400" dirty="0">
                <a:solidFill>
                  <a:srgbClr val="EE5396"/>
                </a:solidFill>
              </a:rPr>
              <a:t>4</a:t>
            </a:r>
          </a:p>
          <a:p>
            <a:br>
              <a:rPr lang="en-US" dirty="0"/>
            </a:br>
            <a:r>
              <a:rPr lang="en-US" dirty="0"/>
              <a:t>It’s a win-win-…-win -&gt; for me, for the participants (near and far), for Seattle, for Quantum Computing, …, for IBM.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F5069CF-12C8-5065-5D51-A2D4F896DB6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FA592C4-BA9E-5690-A307-8B62A68987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21912263" y="532124"/>
            <a:ext cx="1892300" cy="189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746743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EF21C-27B5-5BD7-B916-D2EA36863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What?</a:t>
            </a:r>
          </a:p>
        </p:txBody>
      </p: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C7A0B03C-A3AA-C4D2-5893-87ECE9BC2517}"/>
              </a:ext>
            </a:extLst>
          </p:cNvPr>
          <p:cNvCxnSpPr/>
          <p:nvPr/>
        </p:nvCxnSpPr>
        <p:spPr bwMode="auto">
          <a:xfrm>
            <a:off x="12188952" y="566928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236602-67CE-96C1-8874-219512AB481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What made it successful?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3576C3-E5F3-E003-50F0-F52E5B1339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763500" y="3429000"/>
            <a:ext cx="4953000" cy="8572500"/>
          </a:xfrm>
        </p:spPr>
        <p:txBody>
          <a:bodyPr/>
          <a:lstStyle/>
          <a:p>
            <a:r>
              <a:rPr lang="en-US" dirty="0"/>
              <a:t>The Seattle Quantum Computing Meetup group on meetup.com attracts eyes.</a:t>
            </a:r>
          </a:p>
          <a:p>
            <a:endParaRPr lang="en-US" dirty="0"/>
          </a:p>
          <a:p>
            <a:r>
              <a:rPr lang="en-US" dirty="0"/>
              <a:t>Flexibility was allowed on the type of participation, and the participants chose different paths to the Winning Certificate: </a:t>
            </a:r>
          </a:p>
          <a:p>
            <a:pPr marL="457200" indent="-457200">
              <a:buAutoNum type="arabicParenR"/>
            </a:pPr>
            <a:r>
              <a:rPr lang="en-US" dirty="0"/>
              <a:t>coding </a:t>
            </a:r>
          </a:p>
          <a:p>
            <a:pPr marL="457200" indent="-457200">
              <a:buAutoNum type="arabicParenR"/>
            </a:pPr>
            <a:r>
              <a:rPr lang="en-US" dirty="0"/>
              <a:t>article writing </a:t>
            </a:r>
          </a:p>
          <a:p>
            <a:pPr marL="457200" indent="-457200">
              <a:buAutoNum type="arabicParenR"/>
            </a:pPr>
            <a:r>
              <a:rPr lang="en-US" dirty="0"/>
              <a:t>project proposal</a:t>
            </a:r>
          </a:p>
          <a:p>
            <a:endParaRPr lang="en-US" dirty="0"/>
          </a:p>
          <a:p>
            <a:r>
              <a:rPr lang="en-US" dirty="0"/>
              <a:t>Each event allowed newcomers to join at any point, and, so, did not depend on attending any previous events.  </a:t>
            </a:r>
          </a:p>
          <a:p>
            <a:endParaRPr lang="en-US" dirty="0"/>
          </a:p>
          <a:p>
            <a:r>
              <a:rPr lang="en-US" dirty="0"/>
              <a:t>Participants liked being able to get a certificate from IBMQ.  </a:t>
            </a:r>
          </a:p>
          <a:p>
            <a:endParaRPr lang="en-US" dirty="0"/>
          </a:p>
          <a:p>
            <a:r>
              <a:rPr lang="en-US" dirty="0"/>
              <a:t>-Fun, friendly, caring environment</a:t>
            </a:r>
          </a:p>
          <a:p>
            <a:r>
              <a:rPr lang="en-US" dirty="0"/>
              <a:t>-Interesting presentation content</a:t>
            </a:r>
          </a:p>
          <a:p>
            <a:r>
              <a:rPr lang="en-US" dirty="0"/>
              <a:t>-Followed-up on questions asked</a:t>
            </a:r>
          </a:p>
          <a:p>
            <a:r>
              <a:rPr lang="en-US" dirty="0"/>
              <a:t>-IBMQFF-branded slides look nice</a:t>
            </a:r>
          </a:p>
          <a:p>
            <a:r>
              <a:rPr lang="en-US" dirty="0"/>
              <a:t>-IBMQFF Coding Challenges provided nice coverage of </a:t>
            </a:r>
            <a:r>
              <a:rPr lang="en-US" dirty="0" err="1"/>
              <a:t>Qiskit</a:t>
            </a:r>
            <a:endParaRPr lang="en-US" dirty="0"/>
          </a:p>
          <a:p>
            <a:r>
              <a:rPr lang="en-US" dirty="0"/>
              <a:t>-An IBMQ-like Attendee Guide was helpful</a:t>
            </a:r>
          </a:p>
          <a:p>
            <a:r>
              <a:rPr lang="en-US" dirty="0"/>
              <a:t>-Zoom catches additional audience</a:t>
            </a:r>
          </a:p>
          <a:p>
            <a:endParaRPr lang="en-US" dirty="0"/>
          </a:p>
        </p:txBody>
      </p:sp>
      <p:cxnSp>
        <p:nvCxnSpPr>
          <p:cNvPr id="10" name="Straight Connector 9" descr="Vertical column divider">
            <a:extLst>
              <a:ext uri="{FF2B5EF4-FFF2-40B4-BE49-F238E27FC236}">
                <a16:creationId xmlns:a16="http://schemas.microsoft.com/office/drawing/2014/main" id="{E009C93B-1E91-2729-0D6D-102D69C3BF88}"/>
              </a:ext>
            </a:extLst>
          </p:cNvPr>
          <p:cNvCxnSpPr/>
          <p:nvPr/>
        </p:nvCxnSpPr>
        <p:spPr bwMode="auto">
          <a:xfrm>
            <a:off x="18288000" y="569913"/>
            <a:ext cx="0" cy="1143158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A9CCCE-DF39-3BAB-0F35-D743DD761B3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What next ?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81C034C-3694-08F0-0CDE-191D431A51C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People are interested in:</a:t>
            </a:r>
          </a:p>
          <a:p>
            <a:endParaRPr lang="en-US" dirty="0"/>
          </a:p>
          <a:p>
            <a:pPr marL="457200" indent="-457200">
              <a:buAutoNum type="arabicParenR"/>
            </a:pPr>
            <a:r>
              <a:rPr lang="en-US" dirty="0"/>
              <a:t>QC skills related to jobs</a:t>
            </a:r>
          </a:p>
          <a:p>
            <a:pPr marL="457200" indent="-457200">
              <a:buAutoNum type="arabicParenR"/>
            </a:pPr>
            <a:endParaRPr lang="en-US" dirty="0"/>
          </a:p>
          <a:p>
            <a:pPr marL="457200" indent="-457200">
              <a:buAutoNum type="arabicParenR"/>
            </a:pPr>
            <a:r>
              <a:rPr lang="en-US" dirty="0"/>
              <a:t>Working on a project together – so maybe I could focus more on the hackathon topics and make those easier for participants</a:t>
            </a:r>
          </a:p>
          <a:p>
            <a:pPr marL="457200" indent="-457200">
              <a:buAutoNum type="arabicParenR"/>
            </a:pPr>
            <a:endParaRPr lang="en-US" dirty="0"/>
          </a:p>
          <a:p>
            <a:r>
              <a:rPr lang="en-US" dirty="0"/>
              <a:t>Thoughts: </a:t>
            </a:r>
          </a:p>
          <a:p>
            <a:endParaRPr lang="en-US" dirty="0"/>
          </a:p>
          <a:p>
            <a:pPr marL="457200" indent="-457200">
              <a:buAutoNum type="arabicParenR"/>
            </a:pPr>
            <a:r>
              <a:rPr lang="en-US" dirty="0"/>
              <a:t>Narrow focus with #1 and #2 above in mind</a:t>
            </a:r>
          </a:p>
          <a:p>
            <a:pPr marL="457200" indent="-457200">
              <a:buAutoNum type="arabicParenR"/>
            </a:pPr>
            <a:endParaRPr lang="en-US" dirty="0"/>
          </a:p>
          <a:p>
            <a:pPr marL="457200" indent="-457200">
              <a:buAutoNum type="arabicParenR"/>
            </a:pPr>
            <a:r>
              <a:rPr lang="en-US" dirty="0"/>
              <a:t>“Practice Makes Perfect” – with experience, I feel that I improve, and will automatically adjust when hosting future events</a:t>
            </a:r>
          </a:p>
          <a:p>
            <a:pPr marL="457200" indent="-457200">
              <a:buAutoNum type="arabicParenR"/>
            </a:pPr>
            <a:endParaRPr lang="en-US" dirty="0"/>
          </a:p>
          <a:p>
            <a:pPr marL="457200" indent="-457200">
              <a:buAutoNum type="arabicParenR"/>
            </a:pPr>
            <a:r>
              <a:rPr lang="en-US" dirty="0"/>
              <a:t>“Courage to Start” – with #2 in mind, it’s good to just get started!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6F77BD6-8F53-AFCC-B005-6A5E46C3BA65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8E768CD-CD10-DAC3-B1A4-852567B201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577850" y="10106213"/>
            <a:ext cx="1892302" cy="18923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789DC3-0B80-5CE5-79E3-DBA4B7D92179}"/>
              </a:ext>
            </a:extLst>
          </p:cNvPr>
          <p:cNvSpPr txBox="1"/>
          <p:nvPr/>
        </p:nvSpPr>
        <p:spPr>
          <a:xfrm>
            <a:off x="1299411" y="2473692"/>
            <a:ext cx="6237170" cy="22811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444465" indent="-446749" algn="l" defTabSz="2438400">
              <a:spcBef>
                <a:spcPts val="290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A269CB-5076-6584-51D1-7B7021EA13CD}"/>
              </a:ext>
            </a:extLst>
          </p:cNvPr>
          <p:cNvSpPr txBox="1"/>
          <p:nvPr/>
        </p:nvSpPr>
        <p:spPr>
          <a:xfrm>
            <a:off x="577850" y="6538562"/>
            <a:ext cx="9384632" cy="1176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defTabSz="2438400">
              <a:spcBef>
                <a:spcPts val="2900"/>
              </a:spcBef>
              <a:buSzPct val="100000"/>
            </a:pPr>
            <a:r>
              <a:rPr lang="en-US" kern="0" dirty="0">
                <a:solidFill>
                  <a:srgbClr val="000000"/>
                </a:solidFill>
                <a:ea typeface="+mj-ea"/>
                <a:cs typeface="+mj-cs"/>
                <a:sym typeface="IBM Plex Sans Light"/>
              </a:rPr>
              <a:t>https://www.meetup.com/seattle-quantum-computing-meetup/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C874CB-C9DB-BDC4-A18C-FE00A783F62B}"/>
              </a:ext>
            </a:extLst>
          </p:cNvPr>
          <p:cNvSpPr txBox="1"/>
          <p:nvPr/>
        </p:nvSpPr>
        <p:spPr>
          <a:xfrm>
            <a:off x="570167" y="8220286"/>
            <a:ext cx="11039475" cy="21656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rtlCol="0">
            <a:noAutofit/>
          </a:bodyPr>
          <a:lstStyle/>
          <a:p>
            <a:pPr defTabSz="2438400">
              <a:spcBef>
                <a:spcPts val="2900"/>
              </a:spcBef>
              <a:buSzPct val="100000"/>
            </a:pPr>
            <a:r>
              <a:rPr lang="en-US" kern="0" dirty="0">
                <a:solidFill>
                  <a:srgbClr val="000000"/>
                </a:solidFill>
                <a:ea typeface="+mj-ea"/>
                <a:cs typeface="+mj-cs"/>
                <a:sym typeface="IBM Plex Sans Light"/>
              </a:rPr>
              <a:t>https://github.com/SeattleQuantumComputingMeetup/qiskit_fall_fest_2025</a:t>
            </a:r>
          </a:p>
        </p:txBody>
      </p:sp>
    </p:spTree>
    <p:extLst>
      <p:ext uri="{BB962C8B-B14F-4D97-AF65-F5344CB8AC3E}">
        <p14:creationId xmlns:p14="http://schemas.microsoft.com/office/powerpoint/2010/main" val="637661025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76976-2BA6-35F5-A03B-6D1D6B3BD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Photos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E8A1B8-5B05-553C-D904-F7959C00A1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97D2C3-481B-FC7A-BBA0-DA0DBDB5A70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Events ran from: </a:t>
            </a:r>
          </a:p>
          <a:p>
            <a:r>
              <a:rPr lang="en-US" dirty="0"/>
              <a:t>Sep. 30 – Nov. 14, 2025</a:t>
            </a:r>
          </a:p>
          <a:p>
            <a:endParaRPr lang="en-US" dirty="0"/>
          </a:p>
          <a:p>
            <a:r>
              <a:rPr lang="en-US" dirty="0"/>
              <a:t>Most events were exclusively in-person in Seattle, WA.</a:t>
            </a:r>
          </a:p>
          <a:p>
            <a:endParaRPr lang="en-US" dirty="0"/>
          </a:p>
          <a:p>
            <a:r>
              <a:rPr lang="en-US" dirty="0"/>
              <a:t>One event was exclusively on Zoom.</a:t>
            </a:r>
          </a:p>
          <a:p>
            <a:endParaRPr lang="en-US" dirty="0"/>
          </a:p>
          <a:p>
            <a:r>
              <a:rPr lang="en-US" dirty="0"/>
              <a:t>Most of the participants live in the Seattle metro area.</a:t>
            </a:r>
          </a:p>
          <a:p>
            <a:endParaRPr lang="en-US" dirty="0"/>
          </a:p>
          <a:p>
            <a:r>
              <a:rPr lang="en-US" dirty="0"/>
              <a:t>Two events were ancillary quantum events in the community which occurred during the QFF window.</a:t>
            </a:r>
          </a:p>
          <a:p>
            <a:endParaRPr lang="en-US" dirty="0"/>
          </a:p>
          <a:p>
            <a:r>
              <a:rPr lang="en-US" dirty="0"/>
              <a:t>Our QFF was hosted on </a:t>
            </a:r>
            <a:r>
              <a:rPr lang="en-US" dirty="0" err="1"/>
              <a:t>github</a:t>
            </a:r>
            <a:r>
              <a:rPr lang="en-US" dirty="0"/>
              <a:t> on the Seattle Quantum Computing Meetup org page, and advertised at: </a:t>
            </a:r>
            <a:r>
              <a:rPr lang="en-US" dirty="0">
                <a:solidFill>
                  <a:srgbClr val="BE95FF"/>
                </a:solidFill>
              </a:rPr>
              <a:t>https://www.meetup.com/seattle-quantum-computing-meetup/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7FC44BB-0EF8-A786-0FDD-54F2A1F353C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76072" y="12801600"/>
            <a:ext cx="4956176" cy="381000"/>
          </a:xfrm>
        </p:spPr>
        <p:txBody>
          <a:bodyPr/>
          <a:lstStyle/>
          <a:p>
            <a:r>
              <a:rPr lang="en-US"/>
              <a:t>Qiskit Fall Fest 2025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FD9A419-704B-FEA5-017C-1DBC9500DB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21926030" y="11348844"/>
            <a:ext cx="1892302" cy="18923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651412-4EA5-A6B7-DB42-AD4B66E04E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3183" y="384048"/>
            <a:ext cx="5621864" cy="129634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5B8F96-2E22-3AA6-1137-B834FD5549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5058986"/>
            <a:ext cx="6232828" cy="36993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7BE6DF6-CBD7-9127-903D-D152A34F1D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8550" y="856793"/>
            <a:ext cx="6416933" cy="373752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825151C-6705-ED04-84F5-F402486199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8550" y="9223037"/>
            <a:ext cx="7207620" cy="356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065901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8185256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IBM presentation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r="http://schemas.openxmlformats.org/officeDocument/2006/relationships" xmlns:p="http://schemas.openxmlformats.org/presentationml/2006/main" xmlns="" xmlns:m="http://schemas.openxmlformats.org/officeDocument/2006/math" xmlns:a14="http://schemas.microsoft.com/office/drawing/2010/main" xmlns:ma14="http://schemas.microsoft.com/office/mac/drawingml/2011/main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Quantum_Presentation_Template_Plex_Embed" id="{E751D091-48B7-B947-A3EB-61D5938A941E}" vid="{BBD60A32-9C2D-5B41-BB36-F4AA98EC1F0C}"/>
    </a:ext>
  </a:extLst>
</a:theme>
</file>

<file path=ppt/theme/theme2.xml><?xml version="1.0" encoding="utf-8"?>
<a:theme xmlns:a="http://schemas.openxmlformats.org/drawingml/2006/main" name="IBM Brand Template 2022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ma14="http://schemas.microsoft.com/office/mac/drawingml/2011/main" xmlns:a14="http://schemas.microsoft.com/office/drawing/2010/main" xmlns:m="http://schemas.openxmlformats.org/officeDocument/2006/math" xmlns="" xmlns:p="http://schemas.openxmlformats.org/presentationml/2006/main" xmlns:r="http://schemas.openxmlformats.org/officeDocument/2006/relationships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Master_Presentation_2021_V01_Plex" id="{BD398A2B-0B96-D843-9A4A-05239798B6A1}" vid="{46683C84-C800-D441-9101-471717108C97}"/>
    </a:ext>
  </a:extLst>
</a:theme>
</file>

<file path=ppt/theme/theme3.xml><?xml version="1.0" encoding="utf-8"?>
<a:theme xmlns:a="http://schemas.openxmlformats.org/drawingml/2006/main" name="IBM Brand Template 2022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ma14="http://schemas.microsoft.com/office/mac/drawingml/2011/main" xmlns:a14="http://schemas.microsoft.com/office/drawing/2010/main" xmlns:m="http://schemas.openxmlformats.org/officeDocument/2006/math" xmlns="" xmlns:p="http://schemas.openxmlformats.org/presentationml/2006/main" xmlns:r="http://schemas.openxmlformats.org/officeDocument/2006/relationships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Master_Presentation_2021_V01_Plex" id="{BD398A2B-0B96-D843-9A4A-05239798B6A1}" vid="{46683C84-C800-D441-9101-471717108C9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IBM presentation template</Template>
  <TotalTime>2880</TotalTime>
  <Words>572</Words>
  <Application>Microsoft Office PowerPoint</Application>
  <PresentationFormat>Custom</PresentationFormat>
  <Paragraphs>103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Arial</vt:lpstr>
      <vt:lpstr>IBM Plex Mono</vt:lpstr>
      <vt:lpstr>IBM Plex Sans</vt:lpstr>
      <vt:lpstr>IBM Plex Sans ExtLt</vt:lpstr>
      <vt:lpstr>IBM Plex Sans Light</vt:lpstr>
      <vt:lpstr>IBM Plex Sans Medm</vt:lpstr>
      <vt:lpstr>IBM presentation template</vt:lpstr>
      <vt:lpstr>Qiskit Fall Fest 2025 Event and Outcomes </vt:lpstr>
      <vt:lpstr>Qiskit Fall Fest 2025, a Seattle Community Event</vt:lpstr>
      <vt:lpstr>Why?</vt:lpstr>
      <vt:lpstr>What?</vt:lpstr>
      <vt:lpstr>Photos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Templates  Sample layouts</dc:title>
  <dc:subject/>
  <dc:creator>NATALIE TAYLOR</dc:creator>
  <cp:keywords/>
  <dc:description/>
  <cp:lastModifiedBy>Natalie Hawkins</cp:lastModifiedBy>
  <cp:revision>63</cp:revision>
  <cp:lastPrinted>2019-04-25T15:14:05Z</cp:lastPrinted>
  <dcterms:created xsi:type="dcterms:W3CDTF">2024-04-30T19:03:56Z</dcterms:created>
  <dcterms:modified xsi:type="dcterms:W3CDTF">2026-05-16T07:28:36Z</dcterms:modified>
  <cp:category/>
</cp:coreProperties>
</file>